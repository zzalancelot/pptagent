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各位好友，如果周末只有两天却想深度玩京都，这份人均3000元的攻略就是为你量身定制。经典与小众全都有，我们按照这个节奏走，保证轻松又充实。接下来就翻开行程总览，看看48小时如何安排吧！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张总览图就是你们这两天的行动蓝图。周六走的是经典路线，从千本鸟居到二条城，每个景点之间都有高效的衔接方案。周日则会带你们溜进岚山竹林，再逛到‘京都人的厨房’锦市场——别吃饱了，因为晚上还有先斗町的隐藏小店等着你们。记住，我们所有预算都被锁死在人均3000元以内，连交通卡怎么买最省我都给你们算好了。现在就让我们跳上第一天的时光机，从伏见稻荷的清晨开始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今天咱们从京都最标志性的千本鸟居开始，早起避开人潮，半天刷完伏见稻荷和清水寺。傍晚漫步花见小路，感受古都韵味。记得穿双舒服的鞋，晚上还有惊喜。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第一天到京都的时候就是七点到的伏见稻荷，整个神社安安静静，阳光从鸟居的缝隙里透进来，那种感觉真的像穿越了。很多朋友问我下午去行不行，但下午全是旅游团，排队进鸟居都难。所以咱一定要早起，多睡一小时换一整个无人的鸟居，太值了。轻徒步到半山腰就好，不用登顶，既看了精华又不累。下山后还能悠闲吃碗面，人均才30块人民币。捏好时间，大约9点半我们就要出发去清水寺了，别迟到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现在我们从伏见稻荷出发。注意：从伏见稻荷到京都站这段要坐JR，你的巴士一日券用不了，单独买票140日元，两站就到。到了京都站之后，跟着指示牌到巴士总站，找到100路或206路，上车刷一日券就行，不用再花钱。大概15分钟到清水道站。下车后别着急，跟着人流沿坡道走10分钟就到清水寺了。路上有很多可爱的小店，如果你忍不住想逛，记住我们11点前必须离开，因为中午还要去锦市场吃个痛快。进了清水寺，先去清水舞台看看，然后可以去喝一口音羽瀑布的水，据说能保佑健康。好，现在是10点20分左右，我们一个半小时足够，11点集合去锦市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锦市场是京都的厨房，全长400米，从腌菜到海鲜应有尽有。比如这个豆乳甜甜圈摊位，排队虽长但出餐很快，100日元就能体验现炸松软的口感。按1500日元预算，我们挑三四样最精华的：海胆寿司、炸牛肉饼、烤团子，再加个甜甜圈，边走边吃。这样半小时解决午餐，既不耽误逛市场，也不会太撑影响下午去清水寺的爬山节奏。吃完顺着四条通往东步行15分钟就到清水寺，正好消化一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锦市场走过来正好15分钟消消食，清水寺的舞台是京都明信片角度，大家记得拍张大合影。但更推荐的是寺内的地主神社，免费入场，而且恋爱石特别有意思——闭着眼睛从一块石头走到另一块，据说就能遇到真爱。注意看准时机：下午两点后人流增大，建议先玩地主神社再绕回舞台。两点半左右下山，顺着二年坂走到茶室，正好喝杯抹茶歇脚，下一张就是下午茶时间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走完清水寺，大家小腿应该有点酸了吧？从清水寺下来就是二年坂，但主路人挤人，根本没法好好拍照。教你一招：看到石塀小路的路牌就拐进去，那里人少，石板路配老房子，随手一拍就是大片。往前走几步就是茶寮都路里，点一份抹茶芭菲，800日元在景区里算良心价了。吃完别急着走，小路深处还有几家不错的杂货店，可以淘点小玩意。等天色暗一点，从这条小路穿出去，七八分钟就到八坂神社和花见小路了。傍晚的花见小路灯笼初亮，特别适合散步。所以，先在这里喘口气，喝完这杯我们就去感受古都的夜色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下午在二年坂喝完抹茶后，我们会在17:30准时到达八坂神社。这时候太阳刚落山，提灯亮起，红色与蓝色交织的画面特别出片。拍完神社，步行三分钟就到花见小路。很多游客白天去根本看不到舞伎——但黄昏舞伎开始去茶屋表演，遇到她们的概率很高。记得拍照时别开闪光灯，保持礼貌，她们也在工作中。从花见小路出来，往西走五分钟就是先斗町，我们下一站晚餐地点就在那里，可以边看鸭川边吃京料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先斗町最迷人的就是那些窄巷里的居酒屋，别去主街的大店，随便拐进一条小巷，看到门口有本地人排队的就进去。我们上次点了一份烤串拼盘和两杯梅酒，人均才2200日元，味道非常地道。吃完散步到河原町，大概5分钟，药妆店推荐松本清，货全价格公道，记得提前在手机备忘录列好清单，进去直接拿，不然容易逛超时。一定记得23点前回酒店，因为第二天要6点半出发去伏见稻荷，早到才能拍出没有人的千本鸟居。接下来我们看看周六这一天到底花了多少钱，帮你做到心中有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咱们来看看今天一共花了多少钱。交通最省，买了巴士一日券再补一趟短程，五个景点轻松拿下。餐饮从锦市场吃到先斗町，人均不到3000日元，算是性价比很高了。门票方面，二条城和伏见稻荷都是免费区域，只花了点体验项目的钱。购物我们预留了2000日元，买点药妆和小纪念品足够。总计7100日元，折合人民币才350块，预算还剩下两千多，明天去岚山和体验抹茶完全没问题。现在给大家几个小提示，让明天的行程更顺畅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玩了一整天，现在该好好休息了。早睡不仅能省下夜间活动的开销，更重要的是明天清晨的岚山竹林几乎空无一人，你可以独享整片竹海，拍照不用排队。这也符合我们全程的人均3000元预算策略——省下的钱刚好用来买一杯正宗抹茶拿铁。今晚养足精神，明天继续打卡小众文艺路线，保证比今天更精彩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今天是我们的第二条路线——小众文艺之旅。关键词：早起。我们要赶在旅行团大巴之前，第一个踏入岚山竹林，感受没有人的仙境。之后顺路逛逛京都御所，再沿着鸭川散步，体验当地人的周末日常。这一天的节奏比昨天更悠闲，但性价比依然拉满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想象一下，当你踏入岚山竹林时，四周空无一人，只有阳光透过竹叶洒下细碎光斑——这就是为什么我们要赶在8点前抵达。我有朋友按这个时间去过，拍到了几乎没人的竹林大片，发朋友圈被疯狂点赞。走完竹林后，出口就是天龙寺，我们接下来就去逛它的枯山水庭院，顺便体验岚电樱花隧道，非常顺路。记得穿轻便防滑的鞋，石板路可能会有点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竹林出来走三分钟就到天龙寺，买张500日元的票进曹源池庭院，在回廊上坐一会儿看看枯山水，超级解压。出来以后对面就是岚电车站，坐两站到樱花隧道，如果正好是三月下旬到四月初，那画面美到窒息。就算不是花期，这辆满身绿色的电车也很有味道，车窗外的农田和小房子很日剧。逛完这些大约十点多了，正好溜达到渡月桥，喝杯咖啡再去吃汤豆腐，咱们下一张说午餐安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岚山竹林出来，我们顺着桂川走到渡月桥。这座桥是岚山的标志，站在桥上看河水倒映山色，非常出片。注意避开10点左右的旅行团高峰，我们安排在10:30到正好。过桥后走几分钟就到「嵯峨野」汤豆腐店，这家店在本地口碑很好，价格也实在。汤豆腐其实就是清水煮豆腐蘸着酱汁吃，但豆腐本身豆香浓郁，配上京都的酱油，简单却难忘。人均1500日元，完全符合我们人均3000元的总预算。吃完这顿清爽午餐，下午有两个选择：去二条城看鹂鸣地板，或者去京都御所免费感受古代皇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中午吃完汤豆腐，接下来有两个顶级景点供大家选择。对历史特别感兴趣的朋友，推荐去二条城，那里的鹂鸣地板走上去会发出鸟叫声，其实是德川家康为了防止刺客设计的小机关，逛起来像在玩密室逃脱。如果更喜欢宁静的园林和建筑，那就去京都御所，免费的旧皇宫，庭院非常开阔，而且游客相对少，拍照不用排队。两个地方逛下来都只要一个半小时左右，时间刚刚好。选完之后，下午三点我们一起去出町柳站，体验鸭川跳石，像本地人一样沿着河散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现在来到出町柳，这里是京都人私藏的悠闲角落。大家看这些乌龟形的跳石，据说每块形状都不一样，是江户时代留下的。我建议你们脱了鞋，光脚踩上去试试，水很浅很凉，超级解压。拍照时让朋友站在对岸，连拍跳跃动作，自然又好看。尽情玩个半小时，然后我们沿着河岸走五分钟，就到下鸭神社，那里的幽静森林和刚才的热闹完全是两个世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出町柳跳石走过来就五分钟，糺之森是京都最古老的原始森林，一进去温度直接降五度。大家别忘了试一下水签，把白纸放水里字就出来了，特别有意思。在这拍完照我们顺鸭川溜达回四条，正好赶上最后一波逛街扫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各位，从下鸭神社的静谧氛围里出来，我们直奔四条乌丸开启最后的购物环节。这里的大国药妆几乎什么都有，满5000日元就能免税，记得带好护照哦！如果不爱药妆，SACRA的京都杂货设计感强又轻便，很适合带回去送礼。时间要抓紧，大多数店八点就关门了，建议先逛关门早的。别忘我们的预算上限是3000元，之前如果省下了钱，这里可以适当花一些。买完后回酒店整理行李，然后我会带你们去一个免费惊喜——京都站天空走廊，不花钱的夜景体验，保证收尾漂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白天逛了一天，晚上再给你们一个隐藏福利。大多数游客不知道，京都站10楼有一条免费空中走廊，可以俯瞰京都塔和整个城市的夜景。我们特意放在最后作为彩蛋，就是想让大家在离开前再看一眼京都的温柔。拍一张照片发朋友圈，绝对收获一大波点赞。而且完全免费，预算0元，轻松拿下。明天旅行者的心声环节，你们会看到这种玩法有多受欢迎——直接收藏这份攻略的朋友都说太值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张评价来自我们同行的真实旅伴，出发前她最担心时间不够、预算超标。没想到两天走下来，她发朋友圈的第一句话就是这句——“两天真的够，京都下次我还来”。你看，只要路线对、节奏好，48小时也能沉浸式感受京都的经典与烟火气。现在行程跑完了，但光有路线还不够，接下来我们看看怎么用最聪明的方式管住钱包——下一张‘行前锦囊’，教你把3000元花出3000元的效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看完大家的旅行故事，是不是已经心痒痒了？别急，这些实用的省钱技巧才是你真正需要的。接下来，我们拆解预算、交通和APP三大块，让你花最少的钱，玩出最大的快乐。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张饼图把两天所有的花费拆得清清楚楚，大家一眼就能看出钱去哪了。比如住宿选京都站旁边，虽然单价稍高一点，但省下的交通时间够你多逛一个景点。餐饮那600块别忘了去锦市场尝点当地小吃，一碗拉面才几十块。门票其实很便宜，伏见稻荷和清水寺门票加起来不到一百，再把剩下的钱做个和果子体验，特别有意思。购物留了1200，药妆和零食买完还能带点抹茶伴手礼。下一张我们看看还需要带哪些神器，让这趟旅行更顺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出发前花十分钟装好这几个App，就能省下大把找路、点餐的时间。比如用换乘案内输入伏见稻荷大社，它会直接告诉你几点到哪个月台等哪班车。VoiceTra我跟朋友测试过，说一句‘请推荐抹茶甜品’，对方手机立刻显示日语。ICOCA卡在机场就能买，充两千日元基本够用两天。最后别忘了下载离线地图，京都一些小巷信号差，有备无患。好，工具备齐了，接下来我们一起回顾这48小时走过了哪些经典与惊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啦，到这里我们就把两天干货行程全部过了一遍。从伏见稻荷的千本鸟居到岚山竹林，从花见小路的古风到先斗町的烟火气，每一个地方都是我们精挑细选、人均3000元就能轻松拿下的。现在你是不是觉得48小时玩京都，不但不赶，还特别充实？下一张幻灯片，我们就直接告诉你怎么收拾行李、买票订房，明天就能出发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现在就可以拿出手机操作了。先把这张行程截图保存到相册——所有时间点、地址和预算都一目了然，路上翻看也不用担心没网。接着打开订票App搜索京都，这个周末的机票还有不少余位，早定不仅便宜还能选到好时段。别忘了点一下收藏或关注，出发前一晚再翻开复习，确保所有细节都确认过。相信我，这趟旅行绝对会让你爱上京都。现在就行动起来吧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4A3B32"/>
                </a:solidFill>
                <a:ea typeface="PingFang SC"/>
              </a:rPr>
              <a:t>周末两日，玩遍京都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A9B497"/>
                </a:solidFill>
                <a:ea typeface="PingFang SC"/>
              </a:rPr>
              <a:t>人均3000元 · 第一次游京都专属攻略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A48C"/>
          </a:solidFill>
          <a:ln>
            <a:solidFill>
              <a:srgbClr val="C4A48C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A3B32"/>
                </a:solidFill>
                <a:ea typeface="PingFang SC"/>
              </a:rPr>
              <a:t>你的48小时行程总览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周六：从伏见稻荷到清水寺，一路打卡经典地标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周日：岚山竹林、锦市场，感受京都的另一面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人均预算3000元，搞定交通、门票和三餐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交通周游券怎么买最划算？一张表说清楚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避开人潮秘诀：早起一小时，错开旅行团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3B32"/>
                </a:solidFill>
                <a:ea typeface="PingFang SC"/>
              </a:rPr>
              <a:t>京都必吃清单：汤豆腐、抹茶甜品、先斗町深夜食堂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A48C"/>
          </a:solidFill>
          <a:ln>
            <a:solidFill>
              <a:srgbClr val="C4A48C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C4A48C"/>
                </a:solidFill>
                <a:ea typeface="PingFang SC"/>
              </a:rPr>
              <a:t>周六：经典路线满分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A9B497"/>
                </a:solidFill>
                <a:ea typeface="PingFang SC"/>
              </a:rPr>
              <a:t>伏见稻荷→清水寺→花见小路，一天打卡京都三大名片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上午：伏见稻荷大社 &amp; 千本鸟居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早起一小时，独享空无一人的千本鸟居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7:00从京都站出发，7:30到达，完美避开游客潮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轻徒步至四ツ辻折返，约1.5小时，强度刚刚好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清晨逆光穿过鸟居形成光束，手机也能拍出杂志封面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别忘了求一个可爱的狐狸御守，就当是景区的纪念门票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下山后沿参道来碗现烤狐狸乌冬面，人均不到500日元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09:30 前往清水寺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巴士一日券活用中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伏见稻荷→京都站：JR奈良线仅2站5分钟，140日元（巴士券不可用）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京都站换乘市巴士：持一日券免费坐100路到清水道，约15分钟直达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下车沿松原通缓坡上行10分钟，沿途传统店铺值得快速一晃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清水寺门票400日元，在清水舞台俯瞰全城，记得接一捧音羽瀑布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参拜后走一段二年坂即可折返，11点前必须离开前往锦市场午餐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中午：锦市场吃遍京都小吃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人均1500日元，30分钟吃遍锦市场经典小吃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豆乳甜甜圈：现炸现卖，外酥内软，100日元一个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烤团子：酱油或红豆酱，糯香扑鼻，是当地人的日常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鲜海胆寿司：入口即化，一小口就值回票价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炸牛肉饼：外皮酥脆、肉汁饱满，配冰抹茶刚刚好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精选3～4样，边走边尝，留肚量也不超预算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13:00 清水寺 &amp; 地主神社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京都地标和免费姻缘石，半小时轻松拿下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A9B497"/>
                </a:solidFill>
                <a:ea typeface="PingFang SC"/>
              </a:rPr>
              <a:t>清水寺是京都必打卡第一名，但地主神社才是隐藏彩蛋——求姻缘完全免费，而且就在寺内，不用多走一步路。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13:00 从锦市场沿五条坂上行，沿途逛瓷器铺和腌菜摊，体验当地日常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13:30 登上清水舞台俯瞰京都市区，选好机位拍出无人全景（避开人群：向右后方走）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别忘了接一杯音羽之泷泉水，健康、学业、姻缘三选一，清凉又灵验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14:00 转身进地主神社摸恋爱占卜石，闭眼从一端走到另一端，缘分就此开启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门票仅400日元（≈20元），性价比超高，人均预算轻松覆盖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下午茶：二年坂・三年坂抹茶体验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拐进石塀小路，躲开人潮喝一杯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从清水寺下来，别走二年坂主路，右拐进石塀小路，人流直接少一半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推荐「茶寮都路里」的抹茶芭菲，人均800日元，味道不输贵价店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抹茶是京都人的日常，这一口比景点打卡更有当地烟火气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石塀小路上还有杂货店和陶器屋，顺便淘个手信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17:30 八坂神社 &amp; 花见小路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抓住日落蓝调时刻，出片率翻倍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17:30 八坂神社——日落瞬间提灯亮起，朱红殿堂与渐变暮色构成京都最经典蓝调画面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18:00 花见小路——从神社步行3分钟即到，此时游客渐散，是偶遇舞伎赶往茶屋表演的高概率时段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蓝调时刻（日落后约20分钟）：天空呈现深邃蓝色，古街灯笼与石板路倒映暖光，手机也能轻松拍出大片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拍照礼仪：拍摄舞伎时保持2米以上距离、关闭闪光灯，尊重当地文化与隐私，避免让她们困扰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先斗町晚餐与河原町夜购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人均2500日元搞定晚餐+药妆，23点前收工，为第二天蓄力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钻进先斗町窄巷，找一家挂红灯笼的居酒屋，避开主街游客店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点「烤串拼盘」+「梅酒」，人均2000-2500日元，体验当地日常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饭后步行5分钟到四条河原町，松本清一站扫齐药妆，提前列好清单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23:00前结束战斗，早点回酒店休息——明早6:30出发避开人群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周六预算速览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交通：巴士一日券搭配短程票，一天打卡五景点只花800日元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餐饮：锦市场小吃 + 先斗町汤豆腐，人均2800日元吃遍当地日常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门票&amp;体验：二条城、伏见稻荷免费进，付费项目仅花1500日元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购物预留：药妆和伴手礼预算2000日元，边逛边买不超支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今日总计7100日元（约350元），3000元预算还剩一大半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小提示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A3B32"/>
                </a:solidFill>
                <a:latin typeface="PingFang SC"/>
              </a:rPr>
              <a:t>“早睡是省钱秘诀——明早7点的岚山竹林，在无人的清晨才是真正的仙境。”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C4A48C"/>
                </a:solidFill>
                <a:ea typeface="PingFang SC"/>
              </a:rPr>
              <a:t>周日：小众文艺之旅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A9B497"/>
                </a:solidFill>
                <a:ea typeface="PingFang SC"/>
              </a:rPr>
              <a:t>清晨抢先出发，独占岚山竹林的第一缕阳光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8:00 岚山竹林小径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比别人早到一小时，独享空无一人的竹林秘境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7:50 抵达嵯峨岚山站，比旅行团早到一小时，步行5分钟直达竹林入口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latin typeface="PingFang SC"/>
              </a:rPr>
              <a:t>8:00 踏入竹林小道，晨光斜射、竹叶透亮，正是摄影的黄金时间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全长约400米，边走边拍20～30分钟，慢下来感受竹林的静谧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清晨几乎没有其他游客，只有鸟鸣和竹叶沙沙声，真正的秘境体验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建议穿防滑鞋子，石板路在清晨略有湿滑，安全第一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天龙寺庭院 &amp; 岚电樱花隧道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从枯山水美学到电车兜风，京都的两种打开方式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曹源池庭院——枯山水代表作，坐在回廊下看白沙绿树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门票仅500日元，京都最值回票价的国宝级庭院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岚电：百年复古电车，穿梭在居民区与樱花隧道之间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樱花季限定：隧道两旁樱花低垂，电车驶过如动漫场景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非花期也别错过：田园风光与昭和车厢，随手拍都出片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拍摄小贴士：在电车转弯处蹲点，抓拍火车与花的合影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10:30 渡月桥 &amp; 汤豆腐午餐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在桂川与岚山之间，来一顿人均仅1500日元的经典汤豆腐，边吃边看风景。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latin typeface="PingFang SC"/>
              </a:rPr>
              <a:t>10:30 散步渡月桥，远眺岚山倒映在桂川上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桥头打卡经典机位，避开旅行团高峰时段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latin typeface="PingFang SC"/>
              </a:rPr>
              <a:t>11:00 步行至汤豆腐名店「嵯峨野」，仅需5分钟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汤豆腐是京都清淡料理代表，豆腐嫩滑配蘸汁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人均1500日元（约75元），完全在两天3000元预算内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推荐点套餐：含汤豆腐、小菜、米饭，吃得饱又地道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午间选择：二条城 or 京都御所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二选一，不留遗憾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历史迷选二条城：鹂鸣地板是德川家康的防刺客暗号，逛御殿像玩密室逃脱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园林控选京都御所：免费开放，庭院四季不同，游客更少，拍照更自由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两个景点游览均需约1.5小时，中午出发刚好避开人潮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门票预算轻松：二条城800日元，御所0元，都在人均预算内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15:00 出町柳站 &amp; 鸭川跳石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latin typeface="PingFang SC"/>
              </a:rPr>
              <a:t>“跳乌龟石”是京都最上镜的免费体验，手机也能拍出日系青春海报。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A9B497"/>
                </a:solidFill>
                <a:ea typeface="PingFang SC"/>
              </a:rPr>
              <a:t>在京都的节奏里，没有比傍晚坐在鸭川边更本地的事了——跳石不只是通行，而是城市递给你的一张童年入场券。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从京都站乘京阪电车15分钟直达出町柳，出站走1分钟就到三角洲。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踩着河中的乌龟形石块跳跃过鸭川，这是当地学生放学后的日常游戏。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石头间距略大，注意防滑；失足也只湿小腿，反而能收获大家的笑声。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在河岸买一串百年老铺的烤团子或抹茶冰淇淋，坐着看云、看跳石、看当地人遛狗。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举起手机连拍跳跃瞬间，逆光下河面闪闪发光，不用滤镜就是日系大片。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休息够了，步行5分钟即达下鸭神社，继续穿梭在静谧的糺之森。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下鸭神社 &amp; 糺之森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从跳石走三分钟，钻进世界遗产级的原始森林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穿过糺之森参道，脚下是松软的泥土和苔藓，两侧古树蔽日，凉意扑面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在下鸭神社的手水舍求一张“水签”空白签纸浸入水中，文字显现才知吉凶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下午三点的斜阳透过千年树冠，形成丁达尔光柱，出片率极高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这里游客不到岚山的十分之一，可以安安静静感受古都的呼吸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latin typeface="PingFang SC"/>
              </a:rPr>
              <a:t>17:30 四条乌丸最后血拼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药妆、伴手礼一站购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A9B497"/>
                </a:solidFill>
                <a:ea typeface="PingFang SC"/>
              </a:rPr>
              <a:t>这是48小时行程的购物冲刺环节，利用一小时左右把药妆和伴手礼一网打尽，满载而归。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从下鸭乘巴士15分钟，周游券畅行直达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大国药妆：药品面膜等一站扫货，满5000日元可退税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latin typeface="PingFang SC"/>
              </a:rPr>
              <a:t>SACRA家具杂货：京都设计感餐具、香薰，轻便伴手礼首选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抹茶零食茶具同样热门，留意保质期避免浪费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店铺多20点打烊，优先逛关门早的店，最后半小时扫尾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整理行李箱后，去京都站天空走廊看免费夜景——行程完美收尾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晚间彩蛋：京都站的天空走廊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最后惊喜：免费登顶京都站，俯瞰古城夜色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latin typeface="PingFang SC"/>
              </a:rPr>
              <a:t>21:00 京都站自由通路——连接东西两侧的空中走廊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免费开放至深夜，直达10楼展望平台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俯瞰京都塔灯光秀和城市璀璨夜景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人少景美，完美避开白天的人潮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拍照打卡绝佳位置，还能拍到列车进出站的动感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浪漫收官，人均0日元，为行程画上完美句号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3B32"/>
                </a:solidFill>
                <a:ea typeface="PingFang SC"/>
              </a:rPr>
              <a:t>旅行者的心声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A3B32"/>
                </a:solidFill>
                <a:latin typeface="PingFang SC"/>
              </a:rPr>
              <a:t>“原来两天真的够，京都下次我还来🍁”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C4A48C"/>
                </a:solidFill>
                <a:ea typeface="PingFang SC"/>
              </a:rPr>
              <a:t>行前锦囊：花小钱办大事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1980" b="false">
                <a:solidFill>
                  <a:srgbClr val="A9B497"/>
                </a:solidFill>
                <a:ea typeface="PingFang SC"/>
              </a:rPr>
              <a:t>三个锦囊，让预算不缩水，体验不打折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700" b="true">
                <a:solidFill>
                  <a:srgbClr val="4A3B32"/>
                </a:solidFill>
                <a:ea typeface="PingFang SC"/>
              </a:rPr>
              <a:t>人均3000元怎么花？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20" b="false">
                <a:solidFill>
                  <a:srgbClr val="A9B497"/>
                </a:solidFill>
                <a:ea typeface="PingFang SC"/>
              </a:rPr>
              <a:t>两天总预算透明拆解，每分钱都花在刀刃上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7145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440" b="false">
                <a:solidFill>
                  <a:srgbClr val="A9B497"/>
                </a:solidFill>
                <a:ea typeface="PingFang SC"/>
              </a:rPr>
              <a:t>以上五项加总正好3000元，预算内还能留足购物金，跟着走完全无压力。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6035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住宿：京都站旁胶囊或民宿，人均400元，出行省时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交通：巴士一日券+零星地铁，两天仅200元，轻松打卡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餐饮：锦市场小吃、拉面、抹茶甜品，丰俭由人600元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门票：经典景点超亲民，加和果子体验，合计600元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购物：药妆零食伴手礼，留出1200元灵活支配不慌乱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700" b="true">
                <a:solidFill>
                  <a:srgbClr val="4A3B32"/>
                </a:solidFill>
                <a:ea typeface="PingFang SC"/>
              </a:rPr>
              <a:t>必备神器清单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20" b="false">
                <a:solidFill>
                  <a:srgbClr val="A9B497"/>
                </a:solidFill>
                <a:ea typeface="PingFang SC"/>
              </a:rPr>
              <a:t>提前装好这四样，第一次去日本也能像本地人一样不慌不忙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7145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latin typeface="PingFang SC"/>
              </a:rPr>
              <a:t>Google Maps + 换乘案内：一个管步行，一个管电铁，到站提醒功能超实用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食べログ：Japan版大众点评，看3.5分以上餐厅基本不踩雷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latin typeface="PingFang SC"/>
              </a:rPr>
              <a:t>VoiceTra：官方语音翻译，问路点菜直接说，支持中日互译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latin typeface="PingFang SC"/>
              </a:rPr>
              <a:t>ICOCA卡：关西交通一卡通，地铁巴士便利店一刷即过，省去排队购票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3B32"/>
                </a:solidFill>
                <a:ea typeface="PingFang SC"/>
              </a:rPr>
              <a:t>提前下载离线地图+翻译包：没网也能导航，零流量应急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3B32"/>
                </a:solidFill>
                <a:ea typeface="PingFang SC"/>
              </a:rPr>
              <a:t>两天京都精华全回顾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latin typeface="PingFang SC"/>
              </a:rPr>
              <a:t>48小时行程精华一键回顾，每个瞬间都值得点赞收藏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穿越千本鸟居，伏见稻荷求一枚幸运签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清水寺远眺京都，散步花见小路偶遇艺伎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岚山竹林听风，鸭川跳石感受当地人日常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先斗町窄巷里寻一顿地道居酒屋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锦市场边走边尝，把抹茶甜品和渍物都收入胃中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3B32"/>
                </a:solidFill>
                <a:ea typeface="PingFang SC"/>
              </a:rPr>
              <a:t>人均预算3000元，门票交通餐饮全搞定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A48C"/>
          </a:solidFill>
          <a:ln>
            <a:solidFill>
              <a:srgbClr val="C4A48C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C4A48C"/>
                </a:solidFill>
                <a:ea typeface="PingFang SC"/>
              </a:rPr>
              <a:t>明天就出发！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A9B497"/>
                </a:solidFill>
                <a:ea typeface="PingFang SC"/>
              </a:rPr>
              <a:t>你的周末京都行，从这张行程单开始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A9B497"/>
                </a:solidFill>
                <a:ea typeface="PingFang SC"/>
              </a:rPr>
              <a:t>别犹豫了，所有功课我们都帮你做好了，你只需要迈出第一步。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截图保存完整行程，路上翻看无需网络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打开App订机票，早鸟优惠更省钱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3B32"/>
                </a:solidFill>
                <a:ea typeface="PingFang SC"/>
              </a:rPr>
              <a:t>关注收藏不迷路，出发前再对一遍清单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A9B497"/>
          </a:solidFill>
          <a:ln>
            <a:solidFill>
              <a:srgbClr val="A9B497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A48C"/>
          </a:solidFill>
          <a:ln>
            <a:solidFill>
              <a:srgbClr val="C4A48C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