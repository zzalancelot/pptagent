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封面的这张拼贴图，是我今年最得意的抓拍——拍完紧接着就踩了一脚泥，倒也恰好成了2025年的缩影。大家好，我是×××，这不是一份光鲜亮丽的总结，更像酒后和朋友们掏心窝子的聊天。所以，如果你也好奇这一年我到底折腾了些什么，咱们就顺着这张图，慢慢聊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先简单预告一下今天的分享结构。我会先聊聊今年做成了哪些事，再盘点一下那些让我学到东西的坑，然后说说我的反思和成长，最后展望明年的新方向。让我们从今年最重要的几件事开始。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翻一翻相册和工作记录，今年其实悄悄干成了几件小事。有些项目从零开始，中间踩的坑比写出来的多，但现在回头看都是难得的调整空间。接下来想和你聊聊其中最折腾也最过瘾的那个——从零到一的尝试。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说实话，做播客这事我年初完全没计划。有一天晚上刷到别人的播客，心想‘这我也能说啊’。于是拿起手机就录了第一期，内容是关于‘我怎么发现自己是个普通人’。回听时尴尬到脚趾抓地，但还是发了。没想到陆续有朋友说‘有点意思’。后来我坚持每月一更，虽然经常拖更，但好歹没放弃。最有意思的是，有个听众每期都留言，成了我的动力。明年我打算邀请嘉宾来聊，应该会更有意思。好了，来看看另一个靠时间累积的项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好，这个习惯真的救了我。年初我发现自己刷手机刷到凌晨，第二天又后悔，我就想，能不能用一个微小的行动来打断这个循环。于是我开始写「今日最佳时刻」。最初几天写得很认真，后来就变成了‘今天最佳：没迟到’。但坚持下来后，我发现自己看待生活的方式变了。翻回一月的记录，有些当天觉得天大的事，现在看都是笑料。明年我会继续，也推荐你试试，哪怕从记下「今天吃到了好吃的外卖」开始。下一张幻灯片我会带大家看看这一年关键的时间节点，看看这个习惯是如何串联起其他事情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份时间线其实是我翻聊天记录和备忘录拼出来的。1月启动项目A的时候，我连基本框架都没想清楚，纯靠“先干再说”撑场面。4月那个突破特别戏剧化，半夜改完方案突然收到一条感谢消息，瞬间觉得此前熬的夜都是值得的。9月转折之所以意外，是因为我本想A方向，结果B方向突然冒了出来，当时慌到想逃跑，后来才意识到那是新的可能。最后的数据回看，我发现那些被忽略的小成就堆起来竟然还挺有分量的。这些经历让我学会接受“不完美但真实”的自己。而且，接下来那些计划外的好事情，正是从这里的转折里悄悄长出来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十月份刷到一个朋友的手冲视频，纯粹好奇问了一句，结果当晚就下单了全套工具。第二天对着教程练拉花，手忙脚乱，拉出来的图案像释迦果，发到朋友圈大家却觉得很治愈。隔了一周，几个朋友私信问能不能教他们，我就顺势在周末开了几场免费体验课。没想到这个小爱好不仅成了我的情绪出口，还给我挣到了几杯咖啡钱，明年我打算把它当作一个正经的小项目来试试。接下来咱们看看年初的那些目标到底完成了几个，你会发现，生活的剧本从来不会按大纲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年初我特别认真地立了三个 flag，还专门在朋友圈发了手写版以表决心。跑步算是撑住了，虽然冬天有几次想装死。读书计划被打脸是日常，但我反而从追求数量转向更慢更深的阅读，这算是意外收获。最戏剧的是公众号做了三个月就熄火了，却在朋友怂恿下开了一档播客，没几个听众但聊得特别开心。回头看，目标没全完成真没什么，调整空间往往比原路线更精彩。下面我们就用一串数字，把这年的折腾量化一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做这一页的时候我才发现，原来一年能喝掉这么多咖啡，得感谢楼下的瑞幸。这些数字不是什么KPI，只是自己随手记下来的碎片，比如读书是从Kindle和微信读书的数据里扒出来的。当然，数字好看不代表质量高，比如那30篇文章里，我自己回头愿意再看的也就十来篇。这些数字让我踏实，但也提醒自己，明年要少一点“表演式努力”。接下来，我想用一句话收束今年的这些成就和热闹——毕竟，数字会说话，但感悟更扎心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那一页的数字，其实都是这句话的注脚。做难而正确的事，比如明明可以‘交差’却非要优化到底，短期很累，但长期让结果自己说话。当然，这一年我也没少干‘难而不正确’的事，于是攒了一堆坑——不是失败，是学习机会。下一节就来复盘这些摔跤现场，看看怎么把坑变成调整空间。或许踩坑本身就是理解这句感悟的必经之路。我们聊聊那些让人捂脸的时刻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前面展示了一些成就，但那些高光时刻背后，其实是好多坑堆出来的。我这一年踩的坑，每个都特别有代表性。第一个就是“盲目扩张精力”，以为自己能同时干八件事，结果差点把自己累散架。这个教训太深刻了，等下详细说。你们准备好了吗？一起看看我是怎么栽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说到这个坑真的有点好笑，三月份的我同时在做短视频、学Python、还接了两个私活，结果有一天早上醒来发现自己完全不记得昨天有没有吃晚饭。那种感觉就像手机开了十几个后台应用，表面还在运行，其实已经卡得不行，最后全部闪退。后来跟上个月复盘，才发现连最重要的项目沟通也搞砸了，真的是一环扣一环。下一个坑就讲讲那次沟通怎么翻车的，教训同样深刻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分享个糗事。年初和朋友合作活动，我发了条语音说“方案尽快出一版”，对方回了个“好”，我就安心等着了。三天后问进度，他说“不是下个月才要吗？”——整个人当场麻掉。最后我熬了两通宵自己改出来，差点没赶上发布会。从那以后我给自己定了条铁律：重要的事，一定让对方用文字复述关键信息，而且定死时间点。你看，这个坑虽然疼，但直接帮我照出了更多决策上的习惯性偷懒——下一页咱们就把这两次踩坑摊开来，聊聊我的失误模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其实这两个偏差特别常见。比如坑一里，我因为乐观偏差觉得需求文档写清楚就行，结果对方理解得完全不一样。确认偏误在坑二里就更隐蔽了，我只去找支持自己方案的数据，同事的抱怨都当耳边风。后来我给自己定了个“三件套”：每次发现自己又开始过度乐观，就先暂停半天，然后找一个铁嘴朋友来专门泼冷水。虽然过程有点丢脸，但今年确实少踩了好几个重复的坑。接下来我们做个推演——如果重来一次，我会怎么处理当时的局面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光靠这些对比还不够，关键是知道下次可以怎么做。比如我曾有个方案，上来就写，改到第七版才勉强对齐需求。后来硬性要求自己先写下三个问题，虽然多花了半小时，但第一版就接近终稿，直接省了两天。这页的对比就是我后来一直备查的小清单。下一张，我会聊聊从坑里爬出来时，行动上到底改了哪些具体习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说起来都是泪——去年我急吼吼上线一个新功能，跳过了梳理逻辑那一步，结果埋点全错，花了三天重新对数据。</a:t>
            </a:r>
          </a:p>
          <a:p>
            <a:r>
              <a:rPr lang="en-US"/>
              <a:t>第二条，写“假设”清单真的救过我。年初想开一个知识星球，先写下“大家愿意为我的经验付费”，然后跑去问了十个人，九个说“暂时不考虑”，直接帮我省下两个月的准备时间。</a:t>
            </a:r>
          </a:p>
          <a:p>
            <a:r>
              <a:rPr lang="en-US"/>
              <a:t>第三条，我现在养成习惯，定期约最爱挑刺的同事喝咖啡，每次都能听出自己没想过的漏洞。</a:t>
            </a:r>
          </a:p>
          <a:p>
            <a:r>
              <a:rPr lang="en-US"/>
              <a:t>这些小教训让我明白，行动前的思考才是真正的加速器，而接下来的反思，会让我看清到底什么更重要。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爬到坑外之后，我坐下来想了想：为什么有些坑我会踩得那么准？这一部分就是那些让我“啊哈”一下的慢镜头回放。不是忏悔，是想把今年脑子转过的几个弯掰开给你看。下一个片子是我今年最大的一次认知松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以前我发朋友圈特别在乎谁点了赞，现在写完复盘就准备洗洗睡了，这就是从“证明”到“成长”的活体样本。接受“不够好”这件事对我来说挺难的，尤其文章写到一半就想撕了重来，后来硬着头皮发出去，发现读者其实挺友善的。关于系统，我原来每年都立读完 50 本书的目标，年底总是差 20 本，今年改成包里永远放本书，反而不知不觉读完了。这页其实是我今年脑子里那枚“叮”一声的灯泡。下一张马上落到烟火气，聊聊这些认知变了之后，生活里突然多出来的三个小习惯。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些习惯一开始我也觉得太简单，但试了才知道——早晨那10分钟让我一天少做60%的假忙。复盘的时候我给自己定了个规矩：只写下一步行动，不写情绪作文，不然容易变成‘我为什么又浪费了一天’大会。断网充电我最开始是为了戒短视频，结果意外发现，发呆的时候好多写作灵感自己冒出来了。这三个微习惯让我今年有了点“有效忙”的感觉，明年我打算再加一个，比如每周主动聊出一个新想法。你们有没有什么奇怪但有用的小习惯，回头教教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以前我总觉得“进步”就是像游戏升级那样直线往上冲。每次踩进同一个坑，还自我安慰这是必经之路。今年终于想通了：聪明人的进步，是认得出哪些坑压根不用踩。比如，我再也不在深夜做冲动消费决定，省下的钱够买一张去日本的机票。明年继续练“绕坑术”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回顾过去一年，最庆幸的不是做成了多少事，而是看清了自己不想再重复什么。所以我给明年挑了三个方向，大的不大，小的挺小，但刚好够我折腾。第一件想尝试的，就是把时间和精力真正扎进一个领域里，不再四处挖井。接下来我具体聊聊这个想法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个想法的直接触发，是今年有次聊天，朋友说我「做什么都挺像样，但缺一个代表作」，扎心却真实。所以我决定明年不再分散精力，就死磕一个领域，比如视频剪辑或写作。前三个月我打算每天投入至少一小时，周末加一餐作品复盘，逼自己形成肌肉记忆。最担心的当然是热情消退，所以我打算拉个三两人的监督小群，每周互相晒进度，顺便吐槽一下瓶颈。这个尝试如果能坚持下来，相信年底回头看会很有成就感。接下来我想聊聊第二个新尝试：构建一个社区，让专注的路上有人同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明年另一个很想试的方向是建一个社区。起因很简单：今年有几次我碰到坎，自己琢磨了很久，后来和朋友无意间聊起，对方一句话就点醒了我。我就想，能不能把这种偶然的帮助变成一个小小的、持续的圈子。我会用最懒的方式启动——就拉个群，约个固定聊天时间，不设计课程也不立大旗帜。在选人上，我更看重真诚度，而不是头衔。我希望大家敢于说“这个我不懂”，这比装作什么都会更有意思。我自己也在这个社区里学习，不是带领者，只是一个想找人同行的召集人。这样一来，深耕一个领域和构建一个社区，就成了我明年的两条腿。至于这两件事具体怎么排时间，下页就是我初步的路线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这张路线图看起来像那么回事，其实每年画完我都只完成了大概三成。不过今年有两个特别具体的尝试目标，所以我把它们拆成了季度小任务，至少知道第一步该往哪儿走。Q1我打算先集中输入，比如读社区运营的书，再悄悄潜入别人的社群做田野调查。Q2的时候，我准备找个周末搞个人黑客松，逼自己把最想做的那个原型捣鼓出来，哪怕界面丑得只能自己用。Q3的冷启动最考验脸皮，到时候少不了靠红包求着朋友们帮忙转发。到了Q4，就可以拿着这张路线图当镜子照，看清哪些是实力，哪些是运气。接下来，我们聊聊这条路线上的两种打开方式——一个保守版本，一个冒险版本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朋友们，说实话，每天早上我都在被窝里跟这两个小人打架：一个说‘稳着点儿，别折腾’，另一个说‘再不动就晚了’。后来发现，光打架没用，得画张图。我画了个天平，把两边最坏结果和最爽可能都写上去，突然就清晰了。这个决策框架其实是用今年踩的几个坑换来的，正好下一张我就想跟大家聊聊，2025年教会我的那三件最重要的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一年最大的醒悟：专注不是把日程填满，而是敢于留白。沟通方面，我吃过最大的亏就是闷声做事，以为别人都懂，结果全是误会。后来试着多问一句，多讲一句，效果立竿见影。关于缓慢成长，有段时间我焦虑自己进步太慢，后来想想，我种的绿萝也是慢慢长的，急也没用。这些道理听起来简单，但真要落实，还是得靠一次次踩坑。那么，你的2025教会了你什么？一起聊聊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了，我的年度流水账就讲到这儿。现在把话筒递给你——在评论区用一两句话，说说你今年的高光时刻或者明年最想试的一件事。要是不好意思说高光，说说踩坑经历也行，反正这儿都是朋友，笑完还能一起长经验。期待看到你的复盘，我们评论区见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4A3F35"/>
                </a:solidFill>
                <a:latin typeface="PingFang SC"/>
              </a:rPr>
              <a:t>2025 我的年度复盘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B5A491"/>
                </a:solidFill>
                <a:ea typeface="PingFang SC"/>
              </a:rPr>
              <a:t>一份诚实、有点好笑、还带着几个坑的个人报告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4A3F35"/>
                </a:solidFill>
                <a:ea typeface="PingFang SC"/>
              </a:rPr>
              <a:t>复盘路线图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成就清单：今年做成了哪几件主要的事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踩坑实录：那些让我“原地转圈”的经历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复盘反思：从坑里挖出的学习机会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成长变化：不知不觉中我有了哪些调整空间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明年方向：新的可能和想折腾的事</a:t>
            </a:r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C08B72"/>
                </a:solidFill>
                <a:ea typeface="PingFang SC"/>
              </a:rPr>
              <a:t>今年主要做了些啥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5A491"/>
                </a:solidFill>
                <a:ea typeface="PingFang SC"/>
              </a:rPr>
              <a:t>把踩过的坑和搞定的事摊开——这些都是 2025 给我的「成就事件」。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F35"/>
                </a:solidFill>
                <a:ea typeface="PingFang SC"/>
              </a:rPr>
              <a:t>项目A：从0到1的尝试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一个心血来潮的想法，如何变成我今年最意外的成就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491"/>
                </a:solidFill>
                <a:ea typeface="PingFang SC"/>
              </a:rPr>
              <a:t>这项目教会我：完成比完美重要一百倍，而‘开始’只需要一个冲动和一部手机。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启动动机：年初闲到审视人生，突然想‘要不录个自己的播客？’纯粹手痒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第一个里程碑：硬着头皮录了第一期，全程‘然后…然后…’，但发出去了就是胜利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转折点：第3期收到第一条陌生人留言，才发现原来真有人听，立刻升级话筒（然后发现音质提升其实有限）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最终成果：12期节目，订阅从零爬到300+，更关键的是逼自己每月系统化思考一个话题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意外收获：学会了音频剪辑，还练出了听自己声音不尴尬的厚脸皮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最大学习机会：设备不重要，持续输出和真诚才是听众留下的原因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F35"/>
                </a:solidFill>
                <a:ea typeface="PingFang SC"/>
              </a:rPr>
              <a:t>项目B：坚持一整年的习惯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一个微小的仪式感，让我从混乱中夺回了一点掌控权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年初被碎片信息吞没，决定每天固定时间做一件事来建立锚点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具体习惯：睡前10分钟写「今日最佳时刻」，哪怕当天糟透了也要挖出一个闪光点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低谷期连续三天记录都是「活着」，补打卡时自己都笑了——原来这就是成年人的日常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三个月后不再需要闹钟，这件事变得像呼吸一样自然，朋友说我状态明显稳定了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一年下来，这本记录成了焦虑时的解药，每次翻看都感到「我还挺能扛的」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碎片化记录的效果远大于宏伟计划，小胜利会自己滚雪球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F35"/>
                </a:solidFill>
                <a:ea typeface="PingFang SC"/>
              </a:rPr>
              <a:t>关键时间线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这一年的里程碑，有些是主动争取，有些是生活硬塞给我的。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491"/>
                </a:solidFill>
                <a:ea typeface="PingFang SC"/>
              </a:rPr>
              <a:t>如果用一个词概括这一年，大概是「体验派」——不求完美，但求丰富。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1月 · 启动「项目A」：凭着一腔孤勇扎进去，现在回头看，勇气可嘉，谋略几乎为零。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4月 · 第一次突破：在快要躺平的边缘，意外等到一个极小的正反馈，让我重新信了“坚持就有戏”这句鸡汤。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9月 · 意外转折：计划大面积崩盘，以为踩了深坑，结果踩出了一张新地图——这大概就是调整空间最大的样子。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12月 · 全年数据回看：数字不炸裂，但很诚实，它告诉我：比起跑得快，没跑偏才更难。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F35"/>
                </a:solidFill>
                <a:ea typeface="PingFang SC"/>
              </a:rPr>
              <a:t>意外收获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有时候，计划外的小动作，比目标更容易开花结果。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491"/>
                </a:solidFill>
                <a:ea typeface="PingFang SC"/>
              </a:rPr>
              <a:t>复盘下来，年初的计划跑偏了不少，倒是这些计划外的小插曲带来了最多的笑声和调整空间。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一条深夜的群消息，让我误打误撞开始学手冲咖啡，成了今年的解压神器。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看到机会就立刻行动，三天内装备齐了，速度快到没给自我怀疑留余地。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本以为拉花翻车图会被群嘲，结果朋友圈反而引来几个朋友约课，小副业自己长出来了。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这教会我：当意外来敲门，先开门再说，别纠结是不是自己预定的房间。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今年好几个成长都源于多问一句、多试一次的冲动，打开了全新的可能。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F35"/>
                </a:solidFill>
                <a:ea typeface="PingFang SC"/>
              </a:rPr>
              <a:t>年初目标 vs 实际完成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目标 ① 每周跑步 3 次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目标 ② 一年精读 30 本书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目标 ③ 公众号涨粉 5000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达成 ① 全年跑了 48 周，膝盖暂时还在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达成 ② 只啃完 20 本，但写满了一整本读书笔记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F35"/>
                </a:solidFill>
                <a:ea typeface="PingFang SC"/>
              </a:rPr>
              <a:t>达成 ③ 公众号搁浅了，意外拐进播客，捡到了一群新朋友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F35"/>
                </a:solidFill>
                <a:ea typeface="PingFang SC"/>
              </a:rPr>
              <a:t>数字说话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这些数字背后，是时间的去向，也是生活悄悄留下的证据。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📚 读完15本书：终于从“买了等于读了”进化到“划线了等于消化了”，其中3本让我开始质疑自己之前的判断。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✍️ 输出30篇文章：一半是深夜的严肃复盘，一半是周末的胡言乱语——含金量曲线波动堪比我的心情。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🤝 认识50位新朋友：精确地说是49.5位，其中一位只聊了五分钟就再也没说过话，但剩下的几位深聊，值了。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☕️ 消灭了约360杯咖啡：平均每天一杯，完美证明了“咖啡因是成年人维持情绪稳定的最低成本方案”。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🏃 跑了200公里：虽然多数时候是被deadline追着跑，但总算也有一部分是自己主动跑的。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F35"/>
                </a:solidFill>
                <a:ea typeface="PingFang SC"/>
              </a:rPr>
              <a:t>这一年，一句话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000" b="false">
                <a:solidFill>
                  <a:srgbClr val="4A3F35"/>
                </a:solidFill>
                <a:ea typeface="PingFang SC"/>
              </a:rPr>
              <a:t>「做难而正确的事，结果自然来。」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08B72"/>
                </a:solidFill>
                <a:ea typeface="PingFang SC"/>
              </a:rPr>
              <a:t>踩过的坑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5A491"/>
                </a:solidFill>
                <a:ea typeface="PingFang SC"/>
              </a:rPr>
              <a:t>说好的成长，原来都是坑里爬出来的。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坑一：盲目扩张精力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当热情超过带宽，每一件事都成了牵绊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年初一口气给自己列了8个目标：学AI、做短视频、搞副业、每周读两本书…觉得自己简直是时间管理大师。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把“多线操作”错当成高效率，每天在5个任务之间疯狂横跳，还沾沾自喜觉得挺充实。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三个月后，每个项目都只开了个头，身体却先扛不住了——失眠、焦虑、连看剧都觉得累。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最痛的领悟：真正的效率不是把时间塞满，而是有勇气砍掉90%的愿望清单，只保护那件最重要的事。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现在每次想做新东西，我都会先问自己：如果今年只能做一件事，它会是这个吗？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坑二：关键沟通没到位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很多忙乱，其实都是没有说清楚闹的。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我以为一句“尽快”就是共识，结果双方脑补出了一周和一个月两种答案。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忽略了给“完成”定一个可验收的样子，光靠默契和“我以为”。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出来的东西完全跑偏，只好熬夜重做，合作信用直接打折。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现在学会：关键沟通，一定要让对方用自己的话复述一遍，日期写进日历。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后来发现，大多数协作里的不舒服，起点都是“我以为他懂了”。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我的决策失误模式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回看两个大坑，发现承包了80%“学习机会”的就是这两个思维偏差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491"/>
                </a:solidFill>
                <a:ea typeface="PingFang SC"/>
              </a:rPr>
              <a:t>坑一和坑二回头看，都是这两个偏差打的组合拳——乐观让我觉得“不用沟通也能成”，确认偏误让我只盯着自己想看的信息。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乐观偏差：做计划时总默认每个环节120%推进，把最理想的结果当成基线（比如以为10天能交的方案，最后磨了20天）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确认偏误：下意识收集支持自己决定的证据，自动给预警信号“打码”，选择性忽略朋友的委婉提醒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识别信号：当脑子里冒出“这次肯定不一样”时，强行给自己亮张黄牌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强制暂停：不在情绪高点做决定，至少放一晚上让多巴胺冷却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找铁嘴朋友：找一个愿意泼冷水的朋友，把方案完整讲一遍，只请ta挑毛病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如果重来一次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以前：有灵感就热血开干，常在返工里重新定义需求 → 现在：先写下“为什么做？为谁做？做成什么样算赢？”三个问题，对齐再动。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以前：一个人闷头憋大招，以为少打扰就能出精品 → 现在：先聊三个人，哪怕被吐槽，也好过最后发现没人需要。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以前：怕不完美就不开始，计划书越写越长 → 现在：用最小版本先跑，丑一点没事，跑起来才知道该修哪儿。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以前：复盘时总说“早知道就……”，下次依旧 → 现在：每次启动新事，把“如果重来会怎么改”清单放在手边。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从坑里爬出来的心得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踩坑不可怕，怕的是同一个坑踩两次——这些是我用行动换来的心法。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慢启动，快执行：先理清路径再跑，别让返工抢走你的睡眠。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把“我以为”变成“我验证了”：随手记下关键假设，拿真实反馈当镜子照。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主动找一个专业“拆台”的人聊天，发现盲区的速度比闭门造车快十倍。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用最小成本试错，别憋大招：先扔个试验版看看反响，行不通就立刻掉头。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把复盘拆碎，每个月给自己30分钟写迷你总结，年底才不会觉得“突然”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08B72"/>
                </a:solidFill>
                <a:ea typeface="PingFang SC"/>
              </a:rPr>
              <a:t>反思与成长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5A491"/>
                </a:solidFill>
                <a:ea typeface="PingFang SC"/>
              </a:rPr>
              <a:t>行动上的亏吃够了，是时候聊聊脑子里的那点事儿了。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最大的认知升级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反思了半天，发现不是赛道的问题，是底层操作系统该升级了。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从「证明自己」到「成长自己」：不再数着点赞数找存在感，而是闷头给内核打个补丁，自己知道跑得快了就行。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接受阶段性「不够好」：以前总想一次交付完美结果，现在允许自己先出个 70 分的粗糙版本，剩下 30 分在迭代里长出来。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关注系统，而非目标：目标是路标，系统才是引擎。把“一年写完一本书”拆成“每天写 200 字”的小循环之后，焦虑感掉了大半。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把每一次“踩坑”当成系统扫描：别扭的感觉不是情绪，是习惯系统在报警。蹲下来看一眼，刚好找到一个可以优化的卡点。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认知升级落地的那一刻，不是我想通了什么大道理，而是遇到同样的刺激，第一反应自动换了条路。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改变的三个小习惯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真正的改变，往往发生在那些不起眼的小动作里。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491"/>
                </a:solidFill>
                <a:latin typeface="PingFang SC"/>
              </a:rPr>
              <a:t>2025年我真正体会到，改变不靠瞬间的决心，而靠这些微小习惯在每一天的重复。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晨间10分钟规划：先决定今天不做什么，再排优先级，比列一堆待办更管用。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每周一次深度复盘：不写小作文，只问自己三个问题——学到、改进、下一件要事。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定期断网充电：以前一断网就焦虑，后来发现世界没塌，灵感反而回来了。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这些小习惯的共同点：门槛低到不可能失败，持续下来的复利远比年度 flag 可靠。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A3F35"/>
                </a:solidFill>
                <a:ea typeface="PingFang SC"/>
              </a:rPr>
              <a:t>一个感悟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000" b="false">
                <a:solidFill>
                  <a:srgbClr val="4A3F35"/>
                </a:solidFill>
                <a:ea typeface="PingFang SC"/>
              </a:rPr>
              <a:t>「进步不是一直往上，而是懂得绕开坑。」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600" b="true">
                <a:solidFill>
                  <a:srgbClr val="C08B72"/>
                </a:solidFill>
                <a:ea typeface="PingFang SC"/>
              </a:rPr>
              <a:t>明年想试的方向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5A491"/>
                </a:solidFill>
                <a:ea typeface="PingFang SC"/>
              </a:rPr>
              <a:t>踩了整年的坑，总算给自己画了张新地图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4A3F35"/>
                </a:solidFill>
                <a:ea typeface="PingFang SC"/>
              </a:rPr>
              <a:t>新尝试一：深耕一个领域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与其什么都做一点，不如把一件事做透。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今年同时追了太多方向，结果每个都只碰了表面的热闹，是时候调整重心了。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选择这个领域，是因为它既是我一直感兴趣、又总被新东西挤掉的「老坑」，基础还在，捡起来快。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头三个月的小目标很朴素：每周稳定输出一次完整作品，不追求爆款，只追求不中断。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预期最大的挑战是新鲜劲过后的枯燥期——这时候最容易怀疑自己在做无用功。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提前备好「防退坑机制」：每月复盘一次小成就，把大目标拆成肉眼可见的小胜仗，让正反馈能跟上。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4A3F35"/>
                </a:solidFill>
                <a:ea typeface="PingFang SC"/>
              </a:rPr>
              <a:t>新尝试二：构建一个社区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ea typeface="PingFang SC"/>
              </a:rPr>
              <a:t>一个人踩坑太孤单，找一群人互相照见，也互相提醒，
别掉进同一个坑里。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为什么是社区：今年最大的体会是，很多调整空间靠一个人闷头想是看不全的，一群人的视角能把死胡同变成新的可能。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最小启动版本：不搞平台不画大饼，先拉一个10人左右的微信群，每周一次线上聊聊“这周在做什么、卡在哪儿”，轻量起步。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希望吸引的人：不一定多厉害，但要能说真话。标准就一条：愿意露怯、也愿意给别人鼓掌的朋友，共同保持好奇。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我的角色：做个不算太勤快的召集人，偶尔催催发言，自己也按时交作业，绝不当“导师”，只当同行者。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长期画面：让它长成一个互相托底的帮手网络，2026年底再复盘时，每个人都能说出一两件“因为有这个群才做成的事”。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4A3F35"/>
                </a:solidFill>
                <a:latin typeface="PingFang SC"/>
              </a:rPr>
              <a:t>2026初步路线图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491"/>
                </a:solidFill>
                <a:latin typeface="PingFang SC"/>
              </a:rPr>
              <a:t>flag 先插稳，明年好回来拔，顺便嘲笑一下今年过于乐观的自己。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491"/>
                </a:solidFill>
                <a:ea typeface="PingFang SC"/>
              </a:rPr>
              <a:t>这张时间表大概率会跑偏，但有了它，至少偏的方向是提前选过的。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Q1 学习与准备：啃掉三本难读但有用的书，混进两个目标社群偷偷观察，把去年没拆封的课一口气刷完。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Q2 第一个MVP：把两个新尝试中最有底气的一个做成能跑的原型，丑没关系，功能能跑完就是胜利。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Q3 社区冷启动：靠真诚分享和厚脸皮邀请，拼凑出第一批50个种子用户，顺便测试哪种红包金额最能激发转发欲。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latin typeface="PingFang SC"/>
              </a:rPr>
              <a:t>Q4 复盘与迭代：对照着这张图，诚实地数一数哪些完成了、哪些成了段子，决定每个尝试是继续深耕还是战略性调整。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4A3F35"/>
                </a:solidFill>
                <a:ea typeface="PingFang SC"/>
              </a:rPr>
              <a:t>保守方案 vs 冒险方案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保守方案像「续费老会员」：延续今年已经跑顺的事情，收入可预期，节奏也舒服，但可能错过新的窗口期。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冒险方案像「开新盲盒」：把主要精力押注在新方向上，可能会磕得灰头土脸，但风景一定不一样。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更深一层看，这两个方案背后是两种恐惧——一边是害怕改变带来的失控，一边是害怕不改变带来的后悔，得先看清自己更怕哪个。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我评估了一下：保守方案底下需要的是「持续优化的耐心」，冒险方案需要的是「快速学习的弹性」——两边我目前都有一点，但都不够厚。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F35"/>
                </a:solidFill>
                <a:ea typeface="PingFang SC"/>
              </a:rPr>
              <a:t>所以明年大概率不会是二选一，而是配比实验：用保守部分保底，用冒险部分探测下一个成长曲线。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491"/>
          </a:solidFill>
          <a:ln>
            <a:solidFill>
              <a:srgbClr val="B5A491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4A3F35"/>
                </a:solidFill>
                <a:latin typeface="PingFang SC"/>
              </a:rPr>
              <a:t>2025教会我的三件事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B5A491"/>
                </a:solidFill>
                <a:ea typeface="PingFang SC"/>
              </a:rPr>
              <a:t>回顾这一年，最大的几个体会都在这儿了，一句话一个坑。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614">
                <a:solidFill>
                  <a:srgbClr val="4A3F35"/>
                </a:solidFill>
                <a:ea typeface="PingFang SC"/>
              </a:rPr>
              <a:t>专注比忙碌更重要：把精力留给真正有价值的事，砍掉伪勤奋。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F35"/>
                </a:solidFill>
                <a:ea typeface="PingFang SC"/>
              </a:rPr>
              <a:t>少则得，多则惑——学会拒绝，反而是对自己最大的尊重。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F35"/>
                </a:solidFill>
                <a:ea typeface="PingFang SC"/>
              </a:rPr>
              <a:t>沟通是杠杆，不是成本：一次坦诚的对话，能省下十次猜疑。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F35"/>
                </a:solidFill>
                <a:ea typeface="PingFang SC"/>
              </a:rPr>
              <a:t>主动说出需求，别等别人猜——猜来猜去全是调整空间。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F35"/>
                </a:solidFill>
                <a:ea typeface="PingFang SC"/>
              </a:rPr>
              <a:t>允许自己缓慢成长：像养一盆植物，每天浇水，别急着拔苗。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F35"/>
                </a:solidFill>
                <a:ea typeface="PingFang SC"/>
              </a:rPr>
              <a:t>不跟别人比进度，按自己的节奏走，每一步都算数。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C08B72"/>
                </a:solidFill>
                <a:ea typeface="PingFang SC"/>
              </a:rPr>
              <a:t>你的2025呢？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B5A491"/>
                </a:solidFill>
                <a:ea typeface="PingFang SC"/>
              </a:rPr>
              <a:t>复盘不应该是独角戏，来聊聊你的版本，让故事更有意思。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这一年里，你做了哪件让你暗自得意的「成就事件」？晒出来让我羡慕一下。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或者，你明年最想尝试的一个新方向是什么？哪怕是三分钟热度也值得一说。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踩过的坑也可以变成「调整空间」，分享出来就当帮大家避雷了。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A3F35"/>
                </a:solidFill>
                <a:ea typeface="PingFang SC"/>
              </a:rPr>
              <a:t>别让我一个人在这儿自言自语，评论区蹲一个你的故事，咱们互相打打气。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08B72"/>
          </a:solidFill>
          <a:ln>
            <a:solidFill>
              <a:srgbClr val="C08B72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