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欢迎各位！走进咖啡馆，面对一整排豆子，是不是常常不知道该从何下手？今天这堂课，我会陪你一起，把选豆这件事变成一次清晰又好玩的探索。我们马上开始。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在开始深入内容之前，先让大家对今天的路线心里有数。我们会从大家最常遇到的选豆困惑聊起，然后系统地认识烘焙、产地和处理法这三个影响风味的关键维度，接着学习如何读懂风味描述。之后，我会分享一个简单的四步决策框架，帮你把知识变成自己的选豆方法。最后，我们一起把今天的内容收拢成一份你能带走的行动清单。了解这个结构之后，接下来我要讲的故事，你就能更清楚地知道它属于哪个环节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你是否有过站在咖啡豆货架前，完全不知道从何选起的经验？我刚开始喝咖啡时，买了一包很红的日晒耶加雪菲，结果酸得我怀疑人生。后来才明白，不是我喝不来，而是没有找到和自己口味匹配的豆子。今天，我们就来一起解决这个迷茫。接下来，我会带着你建立一套简单的四步选豆法，让你从此不再迷失在琳琅满目的货架前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先一起来看这张幻灯片，上面有四个彩色方块，代表选豆子的四个角度。不用马上记住，只要有个印象就好。比如，你最喜欢的巧克力味，其实常常和深烘以及某些产地有关。而如果你爱喝果茶，那浅烘的非洲豆很可能就是你的菜。接下来，我会带着大家一个一个维度拆开看，每一步你都可以对照自己平时喜欢的味道。好了，让我们从最直观的烘焙度开始，它就像咖啡味道的底色，会决定你第一口的感受。翻到下一张，我们看看什么是浅烘、中烘和深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在这一章，我们要从最基础的“火候”开始，因为烘焙度决定了你喝到的第一口是明亮的酸还是沉稳的苦。哪怕同一批豆子，浅烘和中烘呈现的风味可能完全像两款不同的咖啡。我会先带你理解咖啡豆为什么要烘焙，然后教你看懂烘焙度标签，最终让你能凭颜色和风味描述锁定符合自己偏好的那一类。这样当你再拿起一包豆子，就不会被“浅烘”“深烘”这些词吓住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好，欢迎来到烘焙度这一章。我们来看看这张图——左边是生豆，闻起来像青草，一点都不诱人；右边是熟豆，香气已经藏不住了。这个变化靠的就是烘焙：高温下豆子里的糖分焦化，就像烤面包时那种迷人的焦糖香。随着烘焙时间增加，酸度会慢慢降低，苦味和醇厚感会慢慢上来。所以，烘焙度其实是在帮你决定这杯咖啡喝起来更像清爽的果汁，还是更像浓郁的巧克力。下一张幻灯片，我们就用浅、中、深三种烘焙度做一次直接对比，让你一眼看出自己的口味偏好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看这三杯颜色不同的咖啡，其实味道差异比颜色更明显。浅烘喝起来像清爽的水果茶，仔细闻有茉莉花和柠檬的香气；中烘就像刚烤好的坚果面包，带着焦糖甜感，不偏不倚，接受度非常高。深烘则像黑巧克力融化在嘴里，带着炭烤的烟熏气息，做成拿铁特别过瘾。下次你在选豆时，就可以问自己：今天想来点清爽的果茶感，还是扎实的巧克力感？带着这种感觉走，下一节我们就来把口味直接变成烘焙度的选择指南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站在豆架前犹豫时，先想一想：我今天是更想吃酸甜的水果糖，还是香浓的黑巧克力？这个念头，就能帮你快速定位到浅、中或深烘。比如，喝茶的习惯是个好线索：爱绿茶的人往往一喝浅烘就点头，爱普洱的人则更懂深烘的厚度。你可以这样记——浅烘像水果茶，中烘像牛奶咖啡，深烘像黑巧奶昔。下一步我们就看看，同样的浅烘，埃塞俄比亚豆带来柑橘花香，而哥伦比亚豆更偏向坚果甜感——这就是产地的灵魂。翻到下一页，我们让咖啡豆带你去旅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从种子到杯子，每一颗咖啡豆都走过了漫长的旅程，凝聚着阳光、土壤和无数人的双手。霍夫曼的这句话，正是对这种天地人合一的浪漫表达。我们刚刚找到了属于自己的烘焙度，明白了苦与酸的秘密。但决定风味个性的更深层密码，还藏在豆子的故乡——产地。准备好，我们要出发去咖啡豆的出生地看看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刚我们聊完了处理法，现在让我们把目光投向咖啡的故乡。产地不仅仅是地图上的一个名字，它携带着阳光、土壤和雨水的记忆。就像是同样的乐谱，由不同乐团演奏出来会完全不同。下一张幻灯片，我们就来看看同一颗咖啡豆，种在不同地方，风味会有什么奇妙的变化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可能有这样的体验：同样标注“浅烘”，埃塞俄比亚那杯喝起来像柑橘花茶，而危地马拉更像烤坚果。这就是风土在起作用。今天我们讲了三大产区的典型调性，明天我们用一张对比图沉浸式感受非洲豆和美洲豆的差异，让你逛店时第一眼就能锁定偏好产区。观察一下：你手边咖啡豆的包装上，标注了哪个国家？试着回想它的味道，是不是符合今天说的那些特征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你有没有印象自己喝过的咖啡，是更偏向水果酸香，还是坚果巧克力？可以回忆一下便利店或者咖啡馆的基础款，那种味道往往能帮你判断偏好方向。好，现在我们已经对两大产地的风味有了直观感受，下一张会用一个简单的速查图，把这些风味线索整理得更清晰，让它在选豆时真正为你所用。我们一起来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来看这张速查图。想象地图上三大色块：非洲是高亮的红色浆果，美洲是柔和的棕色坚果，亚洲是深暖的香料色。如果你喜欢喝起来像蓝莓汁的咖啡，可以直接去非洲区找一支埃塞俄比亚的耶加雪菲。想要稳稳的坚果巧克力感？那就锚定美洲的哥伦比亚或巴西。这个框架不是为了限制你，而是给你一个选豆的“起点坐标”。下次去咖啡馆，你可以直接问：“今天有没有好喝的非洲豆？”是不是简单多了？记住，产地是硬件，给了风味的底色——下一张幻灯片，我们来看看“软件”怎么让这些风味千变万化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句农谚讲得很透彻。风土是咖啡豆出身的底气，但最终的风味，一半要归功于人的双手。处理法就是那个核心的人为环节——果实摘下后，是用日晒让它带上发酵果香，还是水洗做出干净明亮的口感，全看这一步。同一个产地，换一种处理方式，味道就可能完全不同。接下来，我们就一起进入第三章，看看处理法到底是怎么在豆子上施展魔法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上一章我们认识了产地和风土，那相当于咖啡的先天基因。但咖啡从果实变成生豆，还有一道关键的工艺，这就是处理法。它就像一位幕后推手，能悄悄改变咖啡最后的味道，让同一种果实展现出截然不同的个性。为什么有些豆子充满水果香，有些却有发酵般的醇厚感？秘密往往就藏在处理法里。这一章，我们就一起来揭开这个影响风味的神秘面纱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可能想象不到，咖啡果刚摘下来时更像一串红宝石。处理法，简单说就是把这颗“樱桃”的果肉去掉，取出种子。但为什么这么重要？因为去除果肉过程中的发酵和时间，会悄悄改变豆子的风味走向。打个比方：日晒像是把整颗葡萄晒成葡萄干，甜感浓缩；水洗像淘米，把米粒洗得干干净净，风味清晰；蜜处理则像做带一点果肉的蜜饯，保留了黏稠的甜。当你理解了这三种手法，就已经能看懂一包豆子风味描述背后的源头了。下一张，我们会把三种方法的完整流程并排在一起，让你一眼看清它们的区别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咖啡豆在变成可以烘焙的生豆之前，需要先把外面的果肉和胶质去掉，这个过程我们叫处理法。最古老的方式是日晒，就像晒葡萄干，整个果子晒干再脱壳，所以风味会比较浓郁，有时带点酒香。水洗则更像是工业化的清洗，先脱肉，再用发酵槽把胶质洗掉，出来的豆子非常干净，酸质突出。蜜处理介于两者之间，留一层果胶去晒，保留了部分糖分，喝起来会比水洗甜一点，比日晒干净一些。下次买豆子，看到包装上的‘日晒’‘水洗’‘蜜处理’，你就可以先有个大致预判。接下来，我们再用具体的口感对比，看看哪种更对你的胃口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试想一支水洗的耶加雪菲，入口像一杯柠檬红茶，这就是水洗的典型性格。而日晒的埃塞俄比亚豆往往有蓝莓酱般的厚实甜感。你可以现在回想一下，自己平时喝咖啡时，是更喜欢清爽利落，还是醇厚复杂？处理法是口感最直接的影响因素，了解它，下次在货架上就能快速缩小选择范围。下一章，我们把注意力转向包装上的风味描述，那些水果、坚果的提示，其实和处理法密切相关，学会看懂它们，选豆就更有把握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前面我们聊了豆子的出身和处理法，这些都会变成包装上的一串风味描述。很多新手看到‘柑橘、焦糖、红茶尾韵’会发懵，其实这就是豆子的小简介。比如你平时喜欢喝水果茶，那看到‘柑橘’就可以多留意。接下来，我们会用一个工具——风味轮——帮你把这些文字变成自己的选豆指南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很多新手看到风味标签就懵了，‘黄桃’、‘佛手柑’到底什么味道？其实咖啡行业用风味轮把这些描述系统化了。它就像一张风味地图，大类是我们熟悉的水果、坚果、巧克力等等，然后一层层展开。比如‘佛手柑’在柑橘分支下，尝起来像清新的柠檬皮香气。你不需要记住所有，只要喝的时候瞄一眼，慢慢就建立起自己的味觉记忆了。接下来，咱们就用一支真实的豆子来试试这个工具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当我们站在货架前，和一支豆子初次见面时，信息其实都写在标签上了。拿这支耶加雪菲来说，一看到“埃塞俄比亚”，大脑就可以点亮“花果调”的信号。再看“水洗”，就知道它大概率是干净清爽的风格，酸质会像柠檬或者橘子汁那样明亮。而“柑橘花香”这个风味描述，更是直接给出了味觉画面——你会喝到柑橘的酸甜和茉莉花的香气。把这些线索拼在一起，我们就能快速推断出它是一支浅烘的、活泼的花果香型咖啡。好，下次你再拿起一包豆子，试着像这样拆解它的标签，看看能不能画出它的味觉画像。下一张幻灯片，我会把这个“产地-处理法-风味描述”的组合方法总结成一个可以随时调用的框架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拿一包真正的咖啡豆或网店截图，实战读一下标签：看到“浅烘-埃塞俄比亚耶加雪菲-水洗-柑橘红茶”，你可以马上在脑海里调出它的味道轮廓——明亮的酸，干净的口感，没有沉重的苦。这种感觉很像原来靠店员推荐，现在你自己就变成了那个能描述味道的人。接下来，我们要学习一个简单的四步决策框架，把这四个信息变成日常选豆时可以反复使用的“选豆路线图”。你可以把它想象成咖啡版的穿搭公式，三分钟决定今天喝什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其实你已经掌握了烘焙度、产地、处理法和风味描述这些关键标签。现在把这些信息串起来，就是一套只属于你的决策逻辑。比如，你发现自己偏爱水果调性，那就可以优先看浅烘非洲豆，而不是在每一款豆子前重新纠结。从这章开始，我们要把「知道」变成「做到」，一步步搭建你的选豆四步法。记住，框架永远是为你的口味服务的，不是反过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亲爱的朋友们，现在你了解了烘焙度、产地和处理法，但怎么组合呢？这套四步法就是你的选豆导航仪。第一步，先问问自己今天想喝什么感觉，就像点甜品：要清爽果味还是浓郁可可？第二步，立刻就能缩小范围：喜欢果酸就奔浅烘埃塞俄比亚，喜欢醇苦就看深烘曼特宁。第三步，读标签时别慌，只找几个你熟悉的味道词，比如蓝莓、太妃糖，它们就是路标。第四步最关键，新手一定买最小包装，比如100克，喝完简单记一笔，下次可以尝试同样浅烘但换成水洗处理法的豆子，对比差异。这样反复几次，你就能画出自己的口味地图。下一张，我们就拿两个真实场景来练练手，看看这四步怎么落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还记得我们的四步吗？第一步就是明确你的口味偏好。比如小张早晨需要一杯提神的，他喜欢苦味，那么我们就帮他锁定深烘。第二步，深烘适合的是亚洲产地，比如云南或印尼，它们往往带有黑巧克力、坚果的风味。再选处理法，水洗或日晒都能强化厚实口感。另一边，下午休闲想喝点清爽的，那就走浅烘，非洲埃塞俄比亚水洗豆，常常能尝到像柑橘和莓果的酸甜。你可以完全按场景变化，但思路不变——从偏好出发，匹配烘焙度，再选产地和处理法。接下来，我们一起回顾今天学过的核心地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一起来理一下这张地图。烘焙度像是这条路的底色，决定了基本的苦酸走向；产地则是独特的风景，带你领略不同土地的馈赠；处理法塑造了沿途的质感，或柔滑或明亮；而风味描述就是路牌，帮你预见是不是你向往的目的地。四步法就是你的导航步骤，一个一个筛选，最终找到你喜欢的那杯。记住，这整堂课的核心不是让你记术语，而是帮你建立从自己口味出发的决策习惯。接下来，我们就把地图收进口袋，去挑选属于你的第一支自选豆吧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想象一下，下周你站在货架前，拿起一包写着‘埃塞俄比亚 耶加雪菲 水洗 浅烘’的豆子，你不再是茫然的顾客，而是能预感到它可能会飘出茉莉花香和柑橘酸甜的决策者。这就是我们学完这堂课最大的不同。给你一个任务：这周之内，用四步框架买一包你从未试过的豆子，哪怕冲得不完美，也记下你的感受。冲坏了不可怕，可怕的是一包都没为自己选过。接下来进入问答环节，如果你在实践中遇到任何困惑，或者突然尝到了让你惊喜的味道，都欢迎来聊聊，我很想听你的故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4B3F33"/>
                </a:solidFill>
                <a:ea typeface="PingFang SC"/>
              </a:rPr>
              <a:t>如何挑选一款适合自己的咖啡豆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C9B8A6"/>
                </a:solidFill>
                <a:ea typeface="PingFang SC"/>
              </a:rPr>
              <a:t>你是否也曾站在咖啡豆架前犹豫不决？别担心，这堂课带你从「迷惘」走向「自信」，找到属于你的那一杯。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8B70"/>
          </a:solidFill>
          <a:ln>
            <a:solidFill>
              <a:srgbClr val="A68B70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4B3F33"/>
                </a:solidFill>
                <a:ea typeface="PingFang SC"/>
              </a:rPr>
              <a:t>今日旅程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第一站：发现困惑——那些让我们在豆架前迟疑的真实瞬间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第二站：拆解风味源头——烘焙度、产地与处理法如何塑造咖啡的性格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第三站：破译风味密码——从包装上的词语读懂豆子想告诉你的话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第四站：搭建决策框架——四步选豆法，让每一次选择都从你的偏好出发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终点站：带走你的地图——总结出一套专属个人的选豆行动指南</a:t>
            </a:r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8B70"/>
          </a:solidFill>
          <a:ln>
            <a:solidFill>
              <a:srgbClr val="A68B70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4B3F33"/>
                </a:solidFill>
                <a:ea typeface="PingFang SC"/>
              </a:rPr>
              <a:t>你是否也有这样的时刻？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C9B8A6"/>
                </a:solidFill>
                <a:ea typeface="PingFang SC"/>
              </a:rPr>
              <a:t>站在货架前，不知道选哪一款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520" b="false">
                <a:solidFill>
                  <a:srgbClr val="C9B8A6"/>
                </a:solidFill>
                <a:ea typeface="PingFang SC"/>
              </a:rPr>
              <a:t>别担心，这种迷茫几乎是每位咖啡新手的必修课。它其实在告诉你：你缺少一套以自己口味为中心的选豆判断方法。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30797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面对一整面墙的咖啡豆，每一包的名字和故事都陌生，选豆成了一道没有选项的填空题。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千挑万选买了一包大家狂推的豆子，冲煮后却发现，它的味道跟你的期待毫不相干。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听到‘柑橘明亮’‘可可尾韵’这样的风味描述，脑子里却只剩一个念头：这到底能不能换来一杯好喝的？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说到底，你不过是想每天早上能喝到一杯让自己点头的咖啡。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8B70"/>
          </a:solidFill>
          <a:ln>
            <a:solidFill>
              <a:srgbClr val="A68B70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4B3F33"/>
                </a:solidFill>
                <a:ea typeface="PingFang SC"/>
              </a:rPr>
              <a:t>选豆，就是寻找与你味蕾的匹配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C9B8A6"/>
                </a:solidFill>
                <a:ea typeface="PingFang SC"/>
              </a:rPr>
              <a:t>四个维度，帮你从“听说很好喝”走到“原来我喜欢这个”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520" b="false">
                <a:solidFill>
                  <a:srgbClr val="C9B8A6"/>
                </a:solidFill>
                <a:ea typeface="PingFang SC"/>
              </a:rPr>
              <a:t>简单来说，选择咖啡豆就是回答一个问题：“我今天想喝到什么感觉？”这四个维度，就是你手里最实用的指南针。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30797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烘焙度：决定了酸与苦的基调，深一点、浅一点，喝起来完全是两种性格。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产地：同一品种，种在非洲是明亮的莓果调，种在亚洲可能变成草本与香料，这就是风土的魔法。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处理法：日晒给咖啡加上发酵的果甜，水洗让它干干净净像一杯清茶，蜜处理则介于两者之间，多了层焦糖感。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风味描述：包装上写的“柑橘、巧克力”不是广告词，而是烘焙师帮你画好的味觉地图，学会读它，就不会再盲选。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4B3F33"/>
                </a:solidFill>
                <a:ea typeface="PingFang SC"/>
              </a:rPr>
              <a:t>把四个维度叠在一起，就像调色——你会慢慢找到专属于你的那一杯，而不是别人的满分答案。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8B70"/>
          </a:solidFill>
          <a:ln>
            <a:solidFill>
              <a:srgbClr val="A68B70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8B70"/>
                </a:solidFill>
                <a:ea typeface="PingFang SC"/>
              </a:rPr>
              <a:t>第一章：烘焙度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C9B8A6"/>
                </a:solidFill>
                <a:ea typeface="PingFang SC"/>
              </a:rPr>
              <a:t>了解烘焙度，就是把握咖啡风味的最基本底色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咖啡豆为什么要烘焙？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C9B8A6"/>
                </a:solidFill>
                <a:ea typeface="PingFang SC"/>
              </a:rPr>
              <a:t>一场热力唤醒风味的奇妙转变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C9B8A6"/>
                </a:solidFill>
                <a:ea typeface="PingFang SC"/>
              </a:rPr>
              <a:t>烘焙，是咖啡豆必经的成长礼。青涩的生豆原本只有淡淡的草味，是热风与时间让它蜕变为你杯中复杂的香气和滋味。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生豆闻起来更像青草或生豆子，几乎没有我们熟悉的咖啡香——它需要火候的唤醒。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烘焙时，咖啡豆内部发生焦糖化和梅纳反应：糖分变成焦糖甜香，蛋白质与氨基酸产生类似烤面包的诱人气息。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浅焙保留更多活泼的果酸，像一杯清爽的水果茶；深焙则苦味渐显、质地更醇厚，更像黑巧克力。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烘焙度不光影响苦和酸，也会改变你能闻到的香气——从花香、坚果到焦糖，不同火候各有世界。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为了方便选择，烘焙度通常被分为浅烘、中烘、深烘三大类，每一类都有自己鲜明的风味个性。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浅烘 vs 中烘 vs 深烘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浅烘：像清晨的青柠茉莉茶，酸质明亮，花果香气扑鼻，适合喜欢清爽果酸的你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中烘：坚果与焦糖的温润甜香，酸苦均衡，口感圆润，是新手最无压力的探索起点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深烘：黑巧克力与炭烤的醇厚感，苦味主导，搭配牛奶变身浓郁的拿铁灵魂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从味道线索出发，不必死记硬背：清爽→浅烘，均衡→中烘，浓郁→深烘，你的偏好就是答案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你的口味，决定烘焙度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C9B8A6"/>
                </a:solidFill>
                <a:ea typeface="PingFang SC"/>
              </a:rPr>
              <a:t>用你最熟悉的饮食偏好，锁定最顺口的烘焙风格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C9B8A6"/>
                </a:solidFill>
                <a:ea typeface="PingFang SC"/>
              </a:rPr>
              <a:t>把你吃零食、喝饮料的口味偏好搬到这里，烘焙度就不再是抽象概念——它就是你尝得到的熟悉味道。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偏爱明亮果酸与花香？浅烘豆为你保留风土原味，喝起来像柑橘、莓果或茉莉花茶。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喜欢均衡温和，带点坚果或牛奶巧克力？中烘在酸甜苦之间巧妙平衡，像焦糖杏仁饼干。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追求浓郁厚重、苦甜交织？深烘带来黑巧克力般的醇苦与烟熏回甘，入口饱满扎实。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平时爱喝绿茶或乌龙茶？干净清爽的茶感与浅烘的花果调性相通，不妨从这里开始。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沉迷黑巧克力或炭烧风味？深烘豆的苦甜层次，就像一杯液体的黑巧蛋糕，很难不爱。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一滴咖啡，吸尽日月精华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100" b="false">
                <a:solidFill>
                  <a:srgbClr val="4B3F33"/>
                </a:solidFill>
                <a:latin typeface="PingFang SC"/>
              </a:rPr>
              <a:t>——詹姆斯·霍夫曼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8B70"/>
                </a:solidFill>
                <a:ea typeface="PingFang SC"/>
              </a:rPr>
              <a:t>第二章：产地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C9B8A6"/>
                </a:solidFill>
                <a:ea typeface="PingFang SC"/>
              </a:rPr>
              <a:t>每一杯咖啡，都是远方风土的来信。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同一颗豆，种在不同地方，风味一样吗？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风土：看不见的调味师，悄悄定义咖啡的性格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C9B8A6"/>
                </a:solidFill>
                <a:ea typeface="PingFang SC"/>
              </a:rPr>
              <a:t>同一个品种种在不同国家，味道可能天差地别。这背后就是风土——土壤、海拔、气候与降雨一起构成的天然配方，让每片土地长出独一无二的咖啡。了解它，你就能从产地猜出大致风味方向。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土壤与海拔：火山灰土壤富含矿质，加上高海拔让果实慢熟，累积更多香甜前驱物，常带来明亮的果酸层次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气候与雨量：稳定的旱雨季交替让咖啡树均匀开花结果，降雨模式影响豆子密度，进而改变醇厚度与甜感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三大产区性格速写：非洲常以花香、莓果酸质著称；中南美洲擅长坚果、巧克力般的平衡；亚洲太平洋偏向药草、木质与深沉醇厚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选豆小窍门：如果你喜欢清爽果酸，可以先看非洲产区；想要熟悉的可可调性，中南美洲值得一试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风土是咖啡的“底味”，处理法则是放大或修饰这些特征的化妆师，下个环节一起揭开它的面纱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非洲豆 vs 美洲豆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非洲豆（如埃塞俄比亚、肯尼亚）尝起来像一杯明亮的果汁：茉莉花香、柑橘、莓果，酸质活泼上扬，适合喜欢清爽果酸的你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美洲豆（如哥伦比亚、巴西）则更多展现坚果、黑巧克力、焦糖的暖调风味，入口柔和圆润，苦甜平衡，适合偏爱醇厚可可感的你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这背后是种植环境与处理法的共同作用，但作为新手不必深究原因，先记住：清亮水果调找非洲，温暖坚果调找美洲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当然，两大洲内部差异很大，这只是一个方便起步的粗分，但它能让你的第一次选豆不再漫无目的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下次看到产地信息时，不妨用这张对比图来猜测：这包豆大概会是什么味道？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产地风味速查图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用一张地图，把味道装进三个口袋里——先找大方向，再挑你喜欢的细节。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C9B8A6"/>
                </a:solidFill>
                <a:ea typeface="PingFang SC"/>
              </a:rPr>
              <a:t>记住这三个风味方向，下次站在豆架前，你就有了自己的“风味指南针”——从味蕾偏好出发，而不是从豆名出发。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非洲豆：像咬开一颗多汁的莓果，明快的柑橘酸和花香扑面而来，适合喜欢轻盈活泼感的人。代表：埃塞俄比亚、肯尼亚。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美洲豆：口感顺滑温润，带着坚果、可可和焦糖般的甜感，是追求均衡风味的“安全牌”。代表：哥伦比亚、巴西。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亚洲豆：沉稳厚重，常带有草本、香料甚至烟熏气息，爱上醇厚苦甜感的人会在这里找到宝藏。代表：印度尼西亚、云南。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把产地当“风味线索”来用：不需要背豆单，只需问自己“想要水果调还是坚果调”，就能顺着线索找到对应的大洲和国家。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咖啡的风味，一半是风土，一半是人手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000" b="false">
                <a:solidFill>
                  <a:srgbClr val="4B3F33"/>
                </a:solidFill>
                <a:latin typeface="PingFang SC"/>
              </a:rPr>
              <a:t>——咖啡农谚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8B70"/>
                </a:solidFill>
                <a:ea typeface="PingFang SC"/>
              </a:rPr>
              <a:t>第三章：处理法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C9B8A6"/>
                </a:solidFill>
                <a:ea typeface="PingFang SC"/>
              </a:rPr>
              <a:t>风味的神秘推手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咖啡豆不是直接摘下来就烘的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处理法是连接产地风土与杯中风味的桥梁，它从根本上塑造了咖啡豆的性格走向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咖啡果实长得像红樱桃，我们向往的那颗豆子，其实是藏在层层果肉里的种子，需要被巧妙地“请”出来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把种子取出并干燥的过程就是“处理法”，它不只是剥皮去肉，更是一场风味的预演和引导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果肉和果胶去除方式不同，会牵引出截然不同的风味路径：有些指向明亮果酸，有些指向厚重甜感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日晒、水洗、蜜处理是最常见的三种“风味烹饪”手法：日晒甜感饱满，水洗干净透亮，蜜处理则居中而富有层次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从你的口味偏好出发：如果你常被水果糖般的甜香吸引，可以多看看日晒豆；如果偏爱清爽纯净的口感，水洗会更对味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日晒 · 水洗 · 蜜处理：步骤一览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用一张时间轴，看懂咖啡豆的三种变身之旅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C9B8A6"/>
                </a:solidFill>
                <a:ea typeface="PingFang SC"/>
              </a:rPr>
              <a:t>三种方法的核心，在于果肉与豆子的接触程度——这为咖啡豆铺上了第一层风味底色。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日晒：整颗咖啡樱桃直接在阳光下慢速干燥，果肉糖分融入豆子，带来饱满甜感与发酵香气。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水洗：先去除果肉，再经水槽发酵洗净粘液，干燥后风味干净明亮，突出清晰的果酸。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蜜处理：去掉果皮但保留粘稠的果胶层，在晾晒中糖分转化，甜感柔和不失顺滑口感。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处理步骤的微小差异，决定了豆子的基础风味——是浓郁复杂，还是清爽明亮。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口感对比：日晒 vs 水洗 vs 蜜处理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日晒豆口感饱满，甜感像熟透的浆果，常带一丝发酵般的酒香，层次丰富。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水洗豆入口干净明亮，酸质像青苹果或柑橘，余味清爽，层次清晰。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蜜处理介于两者之间，保留了日晒的圆润甜感，又多了几分水洗般的干净尾韵。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偏好浓甜顺滑，可以从日晒或蜜处理入手；如果追求干净明亮，水洗会是你的好朋友。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8B70"/>
                </a:solidFill>
                <a:ea typeface="PingFang SC"/>
              </a:rPr>
              <a:t>第四章：风味描述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C9B8A6"/>
                </a:solidFill>
                <a:ea typeface="PingFang SC"/>
              </a:rPr>
              <a:t>豆子的身份证——读懂它，找到让你心动的那一杯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咖啡风味轮是什么？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C9B8A6"/>
                </a:solidFill>
                <a:ea typeface="PingFang SC"/>
              </a:rPr>
              <a:t>一张图，把包装上的风味密码翻译成你尝过的味道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C9B8A6"/>
                </a:solidFill>
                <a:ea typeface="PingFang SC"/>
              </a:rPr>
              <a:t>把它当作你的私人风味翻译官——每次选豆，你都能大致知道这杯咖啡会“尝起来像”什么。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它就像一个“味道罗盘”，将咖啡的千百种风味从熟悉的水果、坚果、巧克力等大类开始系统归类，不再靠猜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每个大类下再层层细分：例如“水果→柑橘→柠檬”，帮你理解“佛手柑”是清新柑橘调，而非甜腻果香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看到豆袋上写着“黄桃、焦糖”时，你马上就能在轮上找到对应区域，想象出大概的酸甜质地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你的目标不是背下整张轮，而是每次选豆时对照，慢慢画出属于自己的“喜欢与不喜欢”地图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案例：一支“埃塞俄比亚·耶加雪菲·水洗·柑橘花香”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C9B8A6"/>
                </a:solidFill>
                <a:ea typeface="PingFang SC"/>
              </a:rPr>
              <a:t>标签上的每一个词，都在悄悄预告杯中的风味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C9B8A6"/>
                </a:solidFill>
                <a:ea typeface="PingFang SC"/>
              </a:rPr>
              <a:t>把标签当成一份“味觉配方”，逐一拆解产地、处理法和风味描述，你就能在购买前大致想象出这杯咖啡的模样。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产地埃塞俄比亚耶加雪菲：咖啡的基因宝库，天生带着柑橘与白花的细腻调性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水洗处理法：带来清澈明亮的酸质，就像喝到一口柠檬汁般干净，几乎没有杂味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风味描述“柑橘花香”：可以期待明显的橘子酸香和优雅的茉莉气息，尝起来像一杯水果茶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综合推断：酸质活泼、花香突出，这必定是一支浅度烘焙的豆子——只有浅烘才能锁住这些娇贵的香气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如果你是喜欢水果风味、不爱苦的人，这支豆很可能就是属于你的那一杯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4B3F33"/>
                </a:solidFill>
                <a:ea typeface="PingFang SC"/>
              </a:rPr>
              <a:t>标签信息=烘焙度+产地+处理法+风味描述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C9B8A6"/>
                </a:solidFill>
                <a:ea typeface="PingFang SC"/>
              </a:rPr>
              <a:t>一张标签就像咖啡豆的“味觉简历”，看懂它，还没喝心里就有了味道的模样。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C9B8A6"/>
                </a:solidFill>
                <a:ea typeface="PingFang SC"/>
              </a:rPr>
              <a:t>这四块拼图凑在一起，你就有了自己的“风味说明书”。下一次拿起豆子，先试着默念一遍这四要素，你会发现选择突然变简单了。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烘焙度不只标注深浅，它还预告了酸苦的走向：浅烘往往带给你明亮的花果香，深烘则更醇厚、更偏向巧克力与焦糖的暖甜。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产地是口味的“出生地”——同一个品种种在埃塞俄比亚和巴西，尝起来就像走进了不同的果园，从柑橘花香跳到坚果可可的怀抱。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处理法悄悄决定着口感的底色。日晒让甜感更突出，像一杯热带水果汁；水洗则更干净透明，让你更清晰地尝到豆子本真的酸香。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风味描述不是广告语，而是“导读”：当你把烘焙度、产地和处理法串在一起，那些诸如“成熟李子与太妃糖”的字眼就会变成你真正能想象的味道。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4B3F33"/>
                </a:solidFill>
                <a:ea typeface="PingFang SC"/>
              </a:rPr>
              <a:t>读懂这四个维度的组合，你就不再被动地跟着别人选，而是可以主动判断：这包豆子是不是自己会喜欢的那一杯。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A68B70"/>
                </a:solidFill>
                <a:ea typeface="PingFang SC"/>
              </a:rPr>
              <a:t>第五章：你的选豆决策框架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C9B8A6"/>
                </a:solidFill>
                <a:ea typeface="PingFang SC"/>
              </a:rPr>
              <a:t>让零散的知识，长成属于你的选豆直觉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B3F33"/>
                </a:solidFill>
                <a:ea typeface="PingFang SC"/>
              </a:rPr>
              <a:t>四步选豆法：从零到一杯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告别随机尝试，用一套简单流程找到适合你的那一杯。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C9B8A6"/>
                </a:solidFill>
                <a:ea typeface="PingFang SC"/>
              </a:rPr>
              <a:t>这套方法的核心是：从你自己的舌头出发，用可重复的步骤替代凭感觉乱试。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定口味偏好：从你熟悉的味道入手——更爱水果的酸甜感，还是黑巧克力、烤坚果般的醇苦？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匹配关键要素：根据偏好锁定烘焙度（浅烘偏酸、深烘偏苦），再关联产地与处理法的常见风味方向。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核验风味描述：看包装上是否出现了吸引你的简单词汇，如“柑橘”或“焦糖”，先忽略看不懂的生僻词。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小包装试喝调整：买最小规格先尝，记录感受，下次只微调一个变量，逐步靠近你的理想那一杯。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4B3F33"/>
                </a:solidFill>
                <a:ea typeface="PingFang SC"/>
              </a:rPr>
              <a:t>实战：为两个场景选豆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把框架代入日常，让选豆对号入座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C9B8A6"/>
                </a:solidFill>
                <a:ea typeface="PingFang SC"/>
              </a:rPr>
              <a:t>从口味偏好出发，先用烘焙度锁定大方向，再顺藤摸瓜反推产地和处理法，这就是框架在真实选择中的运转方式。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情景A：早晨提神，偏爱苦味 → 深烘的亚洲豆，水洗或日晒，风土带来黑巧克力与坚果的厚重感，醇苦扎实。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情景B：下午放松，渴望果酸 → 浅烘的非洲豆，水洗处理突显柑橘、莓果般的明亮风味，口感清爽活泼。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你可以根据时段调整：工作日深烘振作，周末浅烘细品——同一套逻辑，只是侧重点不同。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如果喜欢清爽但怕过酸，可从中烘的蜜处理入手，保留甜感的同时降低明亮度，找到平衡。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4B3F33"/>
                </a:solidFill>
                <a:ea typeface="PingFang SC"/>
              </a:rPr>
              <a:t>关键在于聆听自己的感受：你尝到的风味是否让你舒服？舒服，就是适合你的那一杯。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4B3F33"/>
                </a:solidFill>
                <a:ea typeface="PingFang SC"/>
              </a:rPr>
              <a:t>回顾：挑选咖啡豆的核心地图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四大航标 + 一个罗盘，构建你的选豆决策地图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C9B8A6"/>
                </a:solidFill>
                <a:ea typeface="PingFang SC"/>
              </a:rPr>
              <a:t>将这四个维度和一个框架内化，你便拥有了一套在任何咖啡店都适用的选豆导航系统。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烘焙度奠定风味基调：浅烘偏酸，深烘偏苦，中烘均衡，依你偏好的口感选择。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产地携风土赋予个性：如埃塞俄比亚的柑橘花香，巴西的坚果可可，尝起来截然不同。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处理法是口感的塑造者：日晒浓甜，水洗明亮，蜜处理圆润，帮你锁定喜欢的质地。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风味描述为标签解码：学会看“花香”“焦糖”这些词，它们是你口味探索的指南针。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四步决策框架：按烘焙度→产地→处理法→风味描述依次筛选，告别盲目。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终极心法：好咖啡，就是让你由衷觉得“嗯，就是它了”的那一杯。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8B70"/>
          </a:solidFill>
          <a:ln>
            <a:solidFill>
              <a:srgbClr val="A68B70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A68B70"/>
                </a:solidFill>
                <a:ea typeface="PingFang SC"/>
              </a:rPr>
              <a:t>现在，去挑选你的第一支自选豆吧！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C9B8A6"/>
                </a:solidFill>
                <a:ea typeface="PingFang SC"/>
              </a:rPr>
              <a:t>从小包装开始，记录你的每一次感受，搭建属于你自己的风味坐标系。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C9B8A6"/>
                </a:solidFill>
                <a:ea typeface="PingFang SC"/>
              </a:rPr>
              <a:t>选豆不是考试，而是一场了解自己的旅程。现在，带上框架，迈出第一步——你离不再纠结，只差一次主动的尝试。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找一家本地咖啡店或线上精品馆，入手2—3种不同风格的小包装（比如100克装），用最低的试错成本一次打开多个风味窗口。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拿到豆子先别急，停下来用今天学的框架拆解标签：烘焙度是浅还是深？处理法是日晒还是水洗？风味描述里藏着哪些线索？先在脑中拼出它的味道画像。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品尝时带上一个简单的记录习惯：酸度是明亮还是柔和？口感像红茶还是奶油？哪怕只写下“喜欢这股莓果味”“深烘的焦苦我不爱”，都是在帮你描摹自己的口味边界。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把这一包的反馈变成下一包的导航：喜欢果酸就往偏浅烘焙、日晒处理的方向再试一包；偏爱醇厚甘苦就试试深烘或蜜处理——每次微调都在逼近你的那杯。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几轮主动选择之后，你会发现自己的偏好轮廓越来越清晰，选豆不再靠猜，而是一套可迭代的个人算法。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4B3F33"/>
                </a:solidFill>
                <a:ea typeface="PingFang SC"/>
              </a:rPr>
              <a:t>把你的发现分享给咖啡同好或加入我们的社群，一个简单的“踩雷”经验，也许就是别人突破瓶颈的钥匙。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C9B8A6"/>
          </a:solidFill>
          <a:ln>
            <a:solidFill>
              <a:srgbClr val="C9B8A6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8B70"/>
          </a:solidFill>
          <a:ln>
            <a:solidFill>
              <a:srgbClr val="A68B7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