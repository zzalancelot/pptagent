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很多朋友问，两天真的能玩遍京都吗？其实只要选对路线，不仅能打卡金阁寺、伏见稻荷，还能钻进先斗町的小巷。这趟行程专为第一次去京都的游客设计，预算清晰，每一分钱都花在刀刃上。接下来我们用一张总览图，快速看一遍这两天怎么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份两日行程串联伏见稻荷、清水寺、金阁寺、岚山竹林等经典，并加入东福寺夜游与河井宽次郎纪念馆的小众惊喜。人均预算控制在3000元内，巧用巴士一日券和锦市场小吃省下大笔开销。接下来，我们就进入Day1的古都经典之旅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，我们正式翻开第一天的行程。这一天，我们会用一张巴士一日券，匀速穿梭于京都最经典的符号之间。清晨先直奔伏见稻荷大社，趁游客大潮未至，拍下只属于你的千本鸟居空景。午后转向东山，傍晚再隐入先斗町的窄巷，尝一口汤豆腐的温润。接下来，让我们从第一站开始，把每个细节都聊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建议大家7:30从住处出发，8点前到伏见稻荷大社，晨光穿过鸟居的光影特别出片。每座鸟居背面都刻着捐赠者与日期，不妨边走边看。如果想俯瞰京都，可走到四辻路口再折返，不必登顶。大约9:30离开，从旁边的京阪电车伏见稻荷站坐到清水五条站，步行就能到下一站清水寺。接下来，我们去感受悬空舞台的震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离开伏见稻荷后，直接在门口搭上206路巴士，用一日券不用再掏钱。大约15分钟就到了清水寺。清水舞台是京都的象征，站在木造平台上远眺，整个京都市景尽收眼底。别忘了喝一口音羽瀑布的泉水，但三个水柱只挑一个喝，否则愿望会落空。下山时，二年坂的石板路拍照特别好看，走累了就买支抹茶冰淇淋。这条路上有很多可爱的小店，但别耽误太久，因为中午我们要去锦市场，那里才是美食的聚集地。带上你的味蕾，准备吃遍京都厨房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清水寺沿着坂道走下来，二十分钟就能走进锦市场的热闹里，还没到中午，市场已经飘着各种香味。推荐先买一份章鱼小丸子，酱汁和柴鱼片在嘴里跳舞，接着在「こんなもんじゃ」买个豆乳甜甜圈，外酥内软。汤豆腐可以到周边的专门店坐下来尝，但市场里也有小碗装的。记住，中午人多，所以要早一点到。吃饱喝足后，我们下午要去金阁寺，可以从四条河原町搭市巴士59路直达，出示你的一日券就好，省下不少交通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虽然你下午去时光线不是正顺光，但金阁寺的金箔在散射光下反而更显柔和，湖面倒影依旧清晰。建议大家进园后不用急着走，先绕池子找角度拍几张倒影，再慢慢顺路参观。全程不走回头路，所以相机随时准备好。逛完金阁寺，出口巴士站就能搭车前往祇园，下一站傍晚的花见小路会让你一下子穿越回古都的风情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傍晚的祇园是京都最迷人的时刻，古町屋在柔和光线下格外有韵味。散步时如果遇到艺妓，记得保持距离、关掉闪光灯，用长焦镜头远远捕捉就好，尊重她们的工作。从花见小路走进旁边的白川南通，那里游客较少，特别适合拍倒映在水面的町家。这时肚子可能有点饿，但从祇园步行到先斗町只要五分钟，可以感受一下灯笼满巷的氛围，不过今晚我们的夜游从东福寺开始，那里几乎没有游客，能体会完全不同的静谧。大家可以稍作休息，之后我们乘车直奔东福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东福寺的夜枫名不虚传，不过就算不是红叶季，苔园夜游也极少人知道。从祇园穿小巷步行过来，单程约20分钟，体力上完全没有负担。如果你们正赶上十一月，我会建议傍晚五点半就到，看着天色从蓝调渐暗，灯光亮起的瞬间特别治愈。赏完夜枫，正好沿着河原町通慢慢晃回先斗町，全程差不多半小时，刚好可以赶上居酒屋的晚酌时段。下一站，我带你们拐进先斗町窄巷，吃一口地道的烧鸟和冰啤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先斗町是京都最古老的餐饮区之一，窄巷里挤满了从昭和时代经营至今的家庭式居酒屋。从东福寺过来只需搭巴士到四条河原町，再步行5分钟。推荐入夜时分到达，此时灯笼初上，气氛最好。点菜时，柚子胡椒鸡一定要试试——柚子胡椒不是胡椒，是柚子皮和青辣椒做的酱，配鸡肉一绝。如果店里刚好有汤豆腐，也值得加一份，这是京都寺庙素食的缩影。吃完后沿着鸭川散步回住处，你会明白为什么京都的夜晚让人流连忘返。下一张幻灯片，我们一起听听其他旅行者的真实体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常听人说，京都急不得。哪怕只有两天，试着在伏见稻荷的鸟居下慢慢走，在先斗町的小巷里闲逛，比打卡更重要。这张幻灯片放在Day1末尾，是希望你在紧凑的行程中，也能有这份心境。接下来，我们看看第一天的花费，你会发现，慢下来并不需要高昂代价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来看第一天的花费拆解。交通只用了巴士一日券，一张券就覆盖了今天所有的移动，相当于坐三趟就回本，你们明天还可以继续用。餐饮这边我们安排了约四千日元，包含了打卡汤豆腐、一份像样的抹茶甜品，晚上还能去先斗町喝一小杯。景点门票就两笔：金阁寺和东福寺，两个世界遗产加起来不到四十元人民币。合计下来，一天基础开销不到三百元，跟国内随便一家网红餐厅人均差不多，但体验是整个京都的精华。一会儿我们进入 Day2 时，交通券还能继续用，等于越用越划算——下一张幻灯片我会带你们回味一下今天最让人心动的一刻。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一天我们完成了稻荷、清水、金阁和祇园这一条黄金线路，大家对照花费表会发现，所有支出都严丝合缝地落在预算内。最大的彩蛋其实是东福寺夜游，很多人做攻略时会忽略它，但正是这一段让第一天不再只是赶场。今晚建议把手机闹钟设到明早六点半，起来后直接买一张巴士一日券，我们会换一种节奏进入岚山。如果担心体力，可以泡个澡、做个拉伸再睡。明天你会看到，第一天的紧凑恰好为第二天的松弛留出了余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经过昨天的经典打卡，今天我们要把节奏放慢。先直奔岚山竹林小径，早到十分钟就能独享晨光穿透竹叶的画面。天龙寺的枯山水庭院值得你坐下来，听风、看石，感受禅意。中午尝一份地道的汤豆腐，人均约1500円，清淡却暖心。下午用巴士一日券搭车到银阁寺，沿着哲学之道一路散步到南禅寺，看鸭川边本地人的生活。如果还有体力，回程前在先斗町找个小巷居酒屋，用一串烤串结束这一天。下面，我们就从早晨的岚山竹林开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各位，第二天的第一站，我们要在早晨七点半前就抵达岚山。为什么这么早？因为竹林小径平时人山人海，只有清晨才真正属于你。从京都站搭JR嵯峨野线，15分钟直达嵯峨岚山站，出站步行不到5分钟就是竹林入口。那时候晨雾还没散，阳光穿过竹子，美得让人屏息。当然，天龙寺的庭院千万别错过，只花500日元，在方丈回廊安静坐一会儿，看枯山水借景岚山，这是全京都最超值的禅意体验。在岚山买上一支抹茶冰淇淋，然后我们就朝着小火车站出发，无缝衔接下一场复古小火车冒险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预约时记得选偶数座位，那侧紧贴峡谷，视野最好。如果你没有提前约，现场也能买票，但建议赶最早的 9 点半班次，游客少、阳光也很温柔。上车后别只顾看窗外，记得抬头看看透明车顶——岩壁和树梢从头顶掠过，特别震撼。到终点后，站台旁就有接驳巴士，直接把你送到 JR 馬堀站或返回岚山，下来慢慢踱去那家可以望见渡月桥的汤豆腐店，时间刚刚好。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汤豆腐是京都夏季至秋季的代表料理，岚山地区的水质让豆腐口感格外绵密。推荐「葵」是因为它既有传统座席又能看到造园，拍照也很出片。点餐时如果想追加单品，可以说「抹茶アイス（抹茶冰淇淋）を一つください」。人均2000日元的套餐已经包含茶和冷豆腐的前菜，非常饱足。吃完别急着走，餐厅旁边的小路可以快速绕到竹林另一侧，少有人知。下午的银阁寺行程步行量较大，这顿午餐正好为散步提供充足而轻盈的能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岚山到银阁寺的巴士上，可以掏出巴士一日券，正好休息四十分钟。银阁寺的银沙滩远比照片里安静，记得顺着路线走到坡顶，能以枯山水为前景拍到东山。哲学之道全程大约散步四十分钟，我会在途中的YOJIYA咖啡馆买一杯抹茶拿铁，坐在河边发呆。就算不是樱花季，新绿或红叶同样美好。走完到南禅寺，推荐去旁边的「水路阁」打卡，红砖拱门很出片。下一站我们拐进一个小巷，去拜访陶艺家河井宽次郎的故居，感受匠人精神的另一面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河井宽次郎纪念馆离五条站很近，却藏在窄窄的巷子里，用巴士一日券在五条坂下车后步行5分钟就能到。这座纪念馆完全免费，但有一个很小的购物区，可以买陶片明信片当作门票钱。室内不能拍照，所以很适合让自己慢下来，坐在檐廊上看小庭院发呆。我每次带朋友去，都会提前说：这里什么都没有，只有安静和好东西。从纪念馆出来，顺着高濑川慢慢往鸭川方向走，刚好衔接傍晚在鸭川纳凉的节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坐着巴士回到河原町，三条桥到四条桥那段鸭川岸边永远坐满了人。带一瓶便利店的饮品，找个空位坐下，你就会明白为什么京都人如此热爱这条河。上次我遇到一个上班族大叔，他分给我一杯清酒，说这是他每天下班后的小确幸。先斗町在四月的晚上美极了，但小巷很挤，建议21:00前入座用餐。之后，我们接下来计算这两天的花费明细，你会发现人均3000元竟然还能有找零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这张图让我们一眼看清钱花在了哪里。Day 1 我们用了巴士一日券，从伏见稻荷的千本鸟居一路玩到清水寺，门票和简餐加起来就是 5,500 円左右。到了 Day 2，因为坐到了岚山的小火车，又加入了哲学之道旁银阁寺的庭院门票，再加上一顿暖心的汤豆腐午饭，人均多了 500 円。实际上，整个周末基础开销不到 600 元人民币，这正是我们想传达的：预算不用紧绷。如果把这两笔交通费换成零碎的巴士单程票，花费反而会更高。大家可以把这个总数当成安全基线，多出来的日元就去锦市场试吃小菜，或者升级一顿鸭川边的会席料理，完全由你。等我下一张 slide，我用三个小贴士告诉你如何用这个预算玩得更 local、避开人潮。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岚山观光列车是人气项目，不提前买票的话，现场很可能只剩站位，一定要提早至少一周上网预订。哲学之道加上白天其他点，步行量其实不小，一双舒服的鞋真的能救你一命。日本街头几乎找不到垃圾桶，这个文化差异挺大的，随身带个小垃圾袋会很方便。那张巴士一日券700円，只要搭三趟就回本，从京都站到嵐山来回就快值回票价了。这些小细节，是让第二天从容不迫的关键。接下来我们把两天的花费全部摊开，看看人均3000元花在了哪些地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很多朋友都问，两天玩京都到底要花多少钱。这个环节我们就来一笔一笔地算清楚，人均3000元是怎么构成的。除了住宿和餐饮大头，我也会提醒你在交通上怎么利用巴士一日券这样的工具来聪明省钱。你会发现，有些体验值得多花一点，有些地方则可以用很低的成本玩得尽兴。带着这份透明预算，你就能放松心情，专心感受京都的风情了。接下来，我们直接看明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张饼图可以直观展示费用流向：住宿13%，交通20%，餐饮25%，门票13%，灵活资金29%。实际使用时，如果对吃更热衷，可以把购物部分匀给一顿怀石料理——京都午餐怀石通常比晚餐便宜一半。特别提醒：巴士一日券在地铁站或巴士司机处都能买，第一次使用记得插卡打印日期。另外，多数便利店和药妆店支持支付宝，不必携带过量日元。下一张就是为初次探访京都的你准备的最后一组出行锦囊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大家注意，京都寺庙关门非常早。比如金阁寺最晚入场是下午四点半，但伏见稻荷的千本鸟居全天开放，想拍空景得趁清晨。Google Maps 不仅可以导航，还能实时查景点营业状态和拥堵度。巴士一日券只要 700 日元，坐三次就回本，京都站前自动售票机就能买。进清水寺等木造建筑脱鞋是必须的，建议穿易穿脱的鞋子。这些锦囊能让你的行程特别顺畅。现在我们浓缩一下两天的精华，看下一张。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总结一下，第一天用巴士一日券高效串联伏见稻荷、清水寺、东福寺夜游和先斗町美食；第二天岚山和金阁寺配合夕阳，下午还有时间买手信。全程交通加简单住宿三餐，人均不到3000元，花小钱也能玩出深度。出发前记得查好东福寺夜游开放时间，巴士一日券在京都站就能买到。现在你已经有了全套攻略，下一站就是把计划变成机票——京都只等你一个周末。我们出发吧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份行程单已经为你浓缩了京都的精华，剩下就是订票了。试着打开地图App，将伏见稻荷大社、先斗町和哲学之道标记为收藏，这样到达后就能直接导航。如果现在是红叶季，预算模板里的交通费可能会略有浮动，但整体仍能控制在3000元人民币左右。别忘了截屏保存我们标注的那张巴士一日券购买点和路线图，在地铁站出示给工作人员就能买到。更多深度日本游攻略，例如如何预约苔寺、本地人去哪吃汤豆腐，记得关注我们，下周会更新奈良一日快闪路线。准备好护照，我们京都见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4A4036"/>
                </a:solidFill>
                <a:ea typeface="PingFang SC"/>
              </a:rPr>
              <a:t>周末两天玩遍京都：最经典 + 小众之旅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BFA98A"/>
                </a:solidFill>
                <a:ea typeface="PingFang SC"/>
              </a:rPr>
              <a:t>人均3000元，周六上午到，周日晚尽兴而归——一次搞定打卡名所与隐藏惊喜的完美周末。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27A5E"/>
          </a:solidFill>
          <a:ln>
            <a:solidFill>
              <a:srgbClr val="C27A5E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A4036"/>
                </a:solidFill>
                <a:ea typeface="PingFang SC"/>
              </a:rPr>
              <a:t>行程总览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周六：千本鸟居出发，清水寺求签，锦市场尝汤豆腐，午后金阁寺，傍晚祇园先斗町微醺夜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周日：岚山竹林晨光，小火车穿梭，银阁寺静心，哲学之道慢行，鸭川边晚餐收尾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隐藏体验：夜访东福寺枯山水，探访河井宽次郎纪念馆，避开人潮的静谧时刻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预算把控：人均3000元内，灵活使用巴士一日券，午餐选择锦市场小吃省时又省荷包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交通攻略：一张巴士一日券搞定市区移动，去岚山搭配电车或JR，小火车票提前预约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4A4036"/>
                </a:solidFill>
                <a:ea typeface="PingFang SC"/>
              </a:rPr>
              <a:t>提前准备：现金小额日元/円必备，小众景点开放时间查好，穿双好走的鞋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27A5E"/>
          </a:solidFill>
          <a:ln>
            <a:solidFill>
              <a:srgbClr val="C27A5E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C27A5E"/>
                </a:solidFill>
                <a:latin typeface="PingFang SC"/>
              </a:rPr>
              <a:t>Day 1: 古都经典之旅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FA98A"/>
                </a:solidFill>
                <a:ea typeface="PingFang SC"/>
              </a:rPr>
              <a:t>周六全天：从伏见稻荷的千本鸟居到先斗町的灯笼小巷，沉浸古都经典韵律。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早晨：伏见稻荷大社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在晨光中独享千本鸟居的宁静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8:00前抵达：避开拥挤旅游团，鸟居隧道仿佛只为你而开。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穿行千本鸟居：从入口到山顶全程约1小时，最上镜的密集鸟居集中在前半段，可按体力决定走多远。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参拜小仪式：免费入园，准备一枚5円硬币投入捐赠箱——5円谐音“ご縁”，祈求旅途好缘分。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交通贴士：从京都站搭JR奈良线到稻荷站仅需5分钟，比巴士一日券更快捷，推荐用IC卡进出。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车站周边小吃：结束参拜后，尝尝小摊的稻荷寿司或烤团子，为下一站补充能量。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上午：清水寺 &amp; 二年坂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站在京都最古老的寺院高处，从天空到石板路，将古都的画卷收入眼底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搭乘市巴士206路，从伏见稻荷直达清水寺，巴士一日券无缝衔接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登上清水舞台，俯瞰京都全景，感受“跃下”传说的壮阔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音羽瀑布三股清泉分赐智慧、健康与姻缘，记得只选其中一股喝哦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沿着二年坂、三年坂的石阶缓步下山，沉浸于江户风情老街中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来一支宇治抹茶冰淇淋，品味京都特有的苦甜茶香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拐进巷弄里的手作小店，说不定能遇见只属于你的京都小物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午餐：锦市场「京都厨房」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百年市场逛吃指南，人均1500日元尝遍京都味道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市场内摊档林立，从京渍物、佃煮到现烤丸子、炸物，几十家店铺让人目不暇给，建议空着肚子来，一次吃到饱。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京料理的起点：400年历史的锦市场，聚集京都食材与街头小吃，被誉为「京都的厨房」。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必吃推荐：先来一份章鱼小丸子（たこ焼き）暖身，再尝汤豆腐（京豆腐名物）的细腻豆香，别忘了豆乳甜甜圈（豆乳ドーナツ）的微甜酥软。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预算控制：人均约1500日元（约75人民币），现买现吃，边走边尝，丰俭由人。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避峰贴士：11:30前抵达，避开午餐人潮，摊位前不用排长龙，逛得从容。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交通衔接：从清水寺、二年坂步行约20分钟即可到达，或使用巴士一日券搭市巴士至「四条河原町」站，无缝接驳下午行程。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下午：金阁寺（鹿苑寺）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镜湖池前的金色倒影，是京都留给你的第一眼震撼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这座世界遗产原本是足利义满的山庄，金色凤凰傲立屋顶，倒映在镜湖池中如同极乐净土。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14:00 从锦市场搭市巴士205/101路，约30分钟直达「金阁寺道」——用好巴士一日券，这程单买就要230円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门票400円（只收现金），一进门就被镜湖池与金阁相映的对称美景抓住眼球，这里就是最佳观赏点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整座楼阁贴满金箔，底层是寝殿造、中层是武家造、顶层是禅宗样——45分钟沿着顺路走一圈刚好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园内无法折返，记得在不动堂抽一枚金阁限定御守，出口前再停下来喝杯抹茶配金阁和果子（约500円）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傍晚：祇园 &amp; 花见小路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在夕阳与灯火交替中，体验京都最优雅的传统街区。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16:30 抵达祇园，赶上最柔和的光线：斜阳穿过町屋木格窗，石板路泛金光，是全天最佳拍摄时刻。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花见小路不只一条主街：探寻分支小巷，老铺前的暖帘与手写招牌藏着真正的京都生活。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偶遇艺妓时保持礼仪：请远观不打扰，勿追拍或使用闪光灯——她们是赶赴茶道的艺术家。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转进白川南通：垂柳与溪流映衬百年町家，比主路更安静上镜，是理想的散步终点。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记下先斗町的位置：窄巷挂满灯笼和居酒屋招牌，下次来京都可专门安排一晚在此觅食。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小众体验：夜游东福寺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避开白天的人潮，在东福寺的夜色里，遇见京都最安静的千年庭院。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秋季限定夜枫点灯，红色隧道与通天桥倒映池中，美得像一幅画；其他季节则推荐赏苔，方丈庭园的「八相之庭」苔园在月光下更显侘寂。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夜间特别开放至20:00，团队游客早已离场，整个庭院几乎被你承包，适合慢慢走、细细拍。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从祇园花见小路步行约20分钟即可抵达，饭后散步消食正好，沿鸭川边走还能提前感受入夜的河风。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门票约600円，提前在便利店或官网订票可避免排队，记得穿一双好走的鞋，院内石板路在雨后有点滑。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不一定非要秋天来——每月25日「天得院」夜间坐禅体验更小众，静坐听钟，是另一种京都深度。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晚餐推荐：先斗町窄巷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从东福寺的宁静步入烟火气，钻进灯笼小巷找一间地道居酒屋，用暖心小酌为第一天收官。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这些居酒屋多为家庭经营，菜单随季节微调，用最简单的方式呈现食材本味，是体验京都人日常饮食的最佳场所。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先斗町是与鸭川平行的石板窄巷，入夜后纸灯笼亮起，瞬间化身京都最上镜的美食长廊。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巷内居酒屋大多只能容纳8-10人，吧台座位让人直接看到料理过程，充满临场感与温暖互动。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人均2000-3000日元（约100-150元）就能点上3-4道共享小菜，配上生啤或梅酒，是预算友好的地道晚餐方案。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不容错过的两道菜：柚子胡椒鸡腿肉串，带有柑橘清香和微辣尾韵；关西风烤鳗鱼，外皮焦香内里绵软。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很多小店备有英文/照片菜单，指着点菜即可；学一句“Sumimasen”（不好意思），轻松吸引店员注意。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坐在吧台时不妨观察邻桌常点的菜品，或请店主做推荐（Osusume wa?），往往能尝到隐藏美味。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旅行者说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A4036"/>
                </a:solidFill>
                <a:ea typeface="PingFang SC"/>
              </a:rPr>
              <a:t>在京都，你得慢下来，哪怕只有两天。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latin typeface="PingFang SC"/>
              </a:rPr>
              <a:t>Day 1 花费概览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交通：巴士一日券 700円（约 36 元），对比单程 230円 ×4 次 = 920円，立省一顿早餐钱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餐饮：约 4000円（约 206 元），汤豆腐定食、抹茶甜品、先斗町小酌——丰俭由人，我们帮你配好了性价比组合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门票：金阁寺 400円 + 东福寺 400円 = 800円（约 41 元），其余街巷、神社免费漫步，把预算花在最高光的两个世界遗产上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合计：基础花费约 5500円（约 280 元），再备 1000円 零钱买抹茶冰淇淋或一枚御守，也不超过 350 元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隐藏对比：若全程单次购票 + 随意走进热门餐厅，轻松破万；跟着这条线，深度不减，开销可控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latin typeface="PingFang SC"/>
              </a:rPr>
              <a:t>Day 1 回味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一天之内集齐京都符号，还藏着一个别人容易跳过的小惊喜。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这趟行程的妙处在于：经典地标一个不少，却又留出了偶遇惊喜的缝隙，第一天走下来不赶不累，像被京都温柔地接住了。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千本鸟居的朱红隧道、清水舞台的悬空视野、金阁倒映在镜湖池中的金光——三大经典符号全部集齐。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傍晚的祇园，花见小路偶遇碎步走过的舞伎身影，才是比打卡更值得回味的京都日常。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小众收获：东福寺方丈庭园的枯山水在夜间点灯后，少了白天的喧嚣，多了几分侘寂禅意。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第一天人均花费牢牢守在预算线内，经典与惊喜都没落下，这种节奏刚刚好。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今晚别再刷手机，早点躺平蓄能——明天的岚山竹径和哲学之道，值得用最好的状态去走。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C27A5E"/>
                </a:solidFill>
                <a:latin typeface="PingFang SC"/>
              </a:rPr>
              <a:t>Day 2: 岚山与哲学之味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FA98A"/>
                </a:solidFill>
                <a:ea typeface="PingFang SC"/>
              </a:rPr>
              <a:t>周日全天，从岚山的竹风到哲学之道的静思，切换京都的另一半灵魂。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早晨：岚山竹林 &amp; 天龙寺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赶在人群之前，独享晨光穿透竹林的静谧，在一坪庭院里坐收禅意。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7:30前搭乘JR嵯峨野线到嵯峨岚山站，15分钟车程，出站即踏入晨雾初散的岚山。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竹林小径此时几乎无人，两侧翠竹高耸，光线从竹叶间碎落，每一步都像走进电影画面。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着意感受自然的声音：风穿过竹梢的沙沙声、远处溪流潺潺，这是京都清晨独有的疗愈力。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天龙寺曹源池庭园门票仅500円，坐在方丈回廊上，静观枯山水与岚山借景，五分钟的放空便是最好的禅修。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竹林尽头往北可达野宫神社，隐在树林中的小小结缘神社，顺路一求良缘与旅途平安。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上午：嵯峨野观光小火车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坐上大正时代的怀旧列车，沿保津峡飞驰，解锁岚山最壮丽的移动观景台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短短二十五分钟，将保津峡的险峻与秀美浓缩在窗外，这不仅是交通工具，更是京都最具电影感的自然短片。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トロッコ嵯峨站紧邻 JR 嵯峨岚山站，从竹林步行 5 分钟即达，完美衔接晨间散步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小火车由旧山阴本线改造，木质车厢与敞开的车窗让你像在复古电影里穿行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推荐提前一个月官网预约靠窗位，秋季红叶期更是一票难求，临时也可现场碰运气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出站后列车贴住保津峡岩壁前行，碧水急流从脚下数十米处咆哮而过，清凉感扑面而来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沿途绝景处列车会刻意减速，准备好相机捕捉峡谷光影与横跨溪流的铁桥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单程约 25 分钟，抵达トロッコ亀岡后，可直接换乘接驳巴士返回岚山，无缝衔接午餐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午餐：岚山汤豆腐定食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竹林清风拂面之后，用一席京都汤豆腐让味蕾也慢下来。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京都汤豆腐的精髓：大豆香气在昆布高汤中轻涮，蘸一点葱花酱油，先品原味再加料。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推荐嵯峨野老铺「葵」或「稻」：拥有庭院景观座席，午市定食往往一位难求，建议11点前到店。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定食内容诚意十足：主锅汤豆腐、三品时蔬天妇罗、米饭与香物，饱足却不厚重，正好补足体力。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人均预算约2000日元，性价比极高；若想犒赏自己，可加点一份自家制黑蜜抹茶豆腐甜品。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一个容易忽视的细节：汤豆腐蘸汁会配一小碟柚子胡椒，微辛带酸，化开之后豆腐的甜味更明显。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整餐节奏约45分钟，饭后可沿保津川散步到嵯峨站，无缝衔接下午的银阁寺与哲学之道漫步。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下午：银阁寺 &amp; 哲学之道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躲开午后的人潮，用一场2公里的散步，让禅意与四季风光帮你充充电。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这条路线半天刚好，强度不大，却能在银阁寺的静默与哲学之道的流动之间，让匆忙的旅行找回周末该有的节奏。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latin typeface="PingFang SC"/>
              </a:rPr>
              <a:t>13:00 从岚山搭巴士出发，用「巴士一日券」直抵银阁寺，约40分钟车程刚好小憩片刻。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银阁寺「银沙滩」不是真银，而是耙出波浪纹的白沙，象征月光海面，枯山水在这里有了最温柔的模样。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在庭园一角静坐5分钟，感受「侘寂」的留白美学——让紧绷的行程在这里有个呼吸的缺口。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沿哲学之道步行至南禅寺（约2km），这条小径因哲学家西田几多郎的散步习惯而得名，小河相伴，四季皆是画卷。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春有樱花隧道，秋有红叶灯笼，即便寻常日子，路旁的手作小店与喫茶屋也值得随时“脱轨”探索。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终点南禅寺：登上雄壮的三门眺望，或到明治时期的水路阁前拍张对比感十足的照片。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小众体验：河井宽次郎纪念馆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在京都最安静的下午，遇见一位民艺巨匠的日常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从银阁寺的哲学之路散步过来，午后走进这间几乎没有游客的小纪念馆，像是被时间轻轻推进了另一个京都。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拜访日本民艺运动代表陶艺家——河井宽次郎的故居，工作室与窑炉完整保留创作原貌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免费入场，隐于五条巷弄深处，是连许多京都人都容易错过的清净屋宅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大正时期的町家建筑本身就是看点：木格窗、土墙、小庭院，复原了匠人的生活美学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陈列的不只是他的陶器，还有家具、书迹和友人往来书信，仿佛主人刚刚起身离开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馆内不能拍照，这份限制反而让你放下手机，用眼睛和脚步记住整个空间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傍晚：鸭川纳凉 &amp; 夜宵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用京都人最日常的方式，结束充实的一天，你会发现自己已融入这座城市的节奏。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先斗町的店铺多营业至22:00，屋台则约23:00收摊。鸭川边没有垃圾桶，记得带个小袋子装垃圾，像本地人一样爱护河岸。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17:00 回到河原町：搭巴士到「四条河原町」站，走上鸭川西岸，三条~四条间是纳凉热点。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席地而坐才是京都风度：脱掉鞋子，面朝流水，看夕阳把东山染成金色——这一幕比任何景点都治愈。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本地人都在做什么？去便利店买一串烤鸡串、一罐季节限定果酒，和同伴碰杯——人均800円的快乐。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先斗町探巷：窄巷里灯笼亮起，上百家小吃店飘香；尝尝「柚子元」的清爽柚子锅或「かっぱ」的串扬，人均1500円尝鲜。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隐藏版夜宵：四条大桥下的屋台，章鱼烧、炒面、关东煮的烟火气，人均1000円，和当地人挤在一起吃，省钱又地道的结束。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ea typeface="PingFang SC"/>
              </a:rPr>
              <a:t>两日花费对比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Day 1：以巴士一日券串联东山区经典，门票与简餐为主，人均仅约 5,500 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latin typeface="PingFang SC"/>
              </a:rPr>
              <a:t>Day 2：深入岚山与北部寺庙群，搭配汤豆腐午餐，人均微升至 6,000 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合计基础开销约 11,500 円（约人民币 575 元），锁定你能走得开的脚步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交通与门票占八成，剩下两成留给抹茶甜点和自在的街角发现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省下的预算池：拉面夜宵、先斗町小酌，或者带回几枚御守，
     完全由你调配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A4036"/>
                </a:solidFill>
                <a:latin typeface="PingFang SC"/>
              </a:rPr>
              <a:t>Day 2 小贴士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让第二天行程更顺畅的几件小事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岚山小火车旺季非常抢手，建议提前一周在官网订好座，当天现场很可能只剩站票。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哲学之道约2公里长，路面以碎石子为主，务必穿轻便防滑的平底鞋，边走边赏景才惬意。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京都街头垃圾桶极少，照着当地习惯自备小塑料袋，把垃圾带回住处分类丢弃。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巴士一日券首次使用时在司机旁机器打上日期，去岚山、哲学之道都靠它，全天随上随下最划算。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先斗町的窄巷里，居酒屋大多座位少又难预约，傍晚五六点就到，才有机会直接入座尝到烤串和汤豆腐。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C27A5E"/>
                </a:solidFill>
                <a:ea typeface="PingFang SC"/>
              </a:rPr>
              <a:t>预算与实用信息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1980" b="false">
                <a:solidFill>
                  <a:srgbClr val="BFA98A"/>
                </a:solidFill>
                <a:ea typeface="PingFang SC"/>
              </a:rPr>
              <a:t>把每一笔花费摊在阳光下，让你从容地享受京都周末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700" b="true">
                <a:solidFill>
                  <a:srgbClr val="4A4036"/>
                </a:solidFill>
                <a:latin typeface="PingFang SC"/>
              </a:rPr>
              <a:t>3000元预算分解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20" b="false">
                <a:solidFill>
                  <a:srgbClr val="BFA98A"/>
                </a:solidFill>
                <a:ea typeface="PingFang SC"/>
              </a:rPr>
              <a:t>每一份支出都对应一段京都体验，透明预算让你玩得安心又尽兴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7145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440" b="false">
                <a:solidFill>
                  <a:srgbClr val="BFA98A"/>
                </a:solidFill>
                <a:ea typeface="PingFang SC"/>
              </a:rPr>
              <a:t>人均3000元覆盖京都一泊二食与经典巡礼，850元余量既是购物基金也是安心保障。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6035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住宿（约400元/人）：京都站或河原町周边的设计青旅或连锁商务酒店，一人一晚舒适整洁，比网红民宿更省预算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交通（约600元/人）：市区靠巴士一日券（700円/天）无限次穿梭，岚山小火车（620円）单独购票，远途用ICOCA精准补足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餐饮（约750元/人）：早餐便利店饭团＋午间招牌拉面（约1000円）＋晚间先斗町汤豆腐套餐（约2500円），六餐吃得地道不将就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门票（约400元/人）：清水寺、金阁寺、二条城等核心地标门票合计约8000円，伏见稻荷与祇园散步免费穿插，克制又充实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灵活资金（约850元/人）：留给药妆店扫货、町屋杂货铺的御守伴手礼，或临时加一场和果子手作体验，让行程多一份随性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700" b="true">
                <a:solidFill>
                  <a:srgbClr val="4A4036"/>
                </a:solidFill>
                <a:ea typeface="PingFang SC"/>
              </a:rPr>
              <a:t>出行锦囊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20" b="false">
                <a:solidFill>
                  <a:srgbClr val="BFA98A"/>
                </a:solidFill>
                <a:ea typeface="PingFang SC"/>
              </a:rPr>
              <a:t>出发前掌握这几点，让你的京都周末更从容，每一分预算都不白花。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7145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下载 Google Maps 与「换乘案内」：一个查步行和公交，一个精准查电车，双工具搭配不迷路。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提前买好巴士一日券（700 日元），一天无限次乘坐京都市巴士，轻松穿梭各大景点。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大部分寺庙下午 4 点半左右闭馆，出发前用 Google Maps 确认当日营业时间，避免吃闭门羹。</a:t>
            </a:r>
          </a:p>
          <a:p>
            <a:pPr algn="l">
              <a:spcBef>
                <a:spcPct val="3000"/>
              </a:spcBef>
              <a:buFont typeface="Arial"/>
              <a:buChar char="•"/>
            </a:pPr>
            <a:r>
              <a:rPr lang="en-US" sz="1800">
                <a:solidFill>
                  <a:srgbClr val="4A4036"/>
                </a:solidFill>
                <a:ea typeface="PingFang SC"/>
              </a:rPr>
              <a:t>进寺庙脱帽脱鞋是基本礼仪，不触摸佛像与文物，拍照先看是否允许，安静游览更沉浸。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A4036"/>
                </a:solidFill>
                <a:ea typeface="PingFang SC"/>
              </a:rPr>
              <a:t>行程精髓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两天，囊括京都的经典与隐秘，从容不迫的完美周末。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FA98A"/>
                </a:solidFill>
                <a:ea typeface="PingFang SC"/>
              </a:rPr>
              <a:t>这，就是专为初次到访设计的京都周末：精华不遗漏，钱包不受伤。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清晨千本鸟居避开人潮，午后清水寺俯瞰市景，一头一尾打卡京都灵魂地标。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岚山竹林小径与渡月桥漫步后，赶在夕阳前到达金阁寺，拍下最耀眼的金色倒影。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东福寺夜间特别参拜，走进禅寺静赏灯火与枯山水，小众里感受深度。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河井宽次郎纪念馆遇冷门民艺之美，先斗町窄巷里用一碗汤豆腐触摸京都的素雅。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全程依赖巴士一日券（700円），住宿与三餐精打细算，人均花费稳稳压在3000元内。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A4036"/>
                </a:solidFill>
                <a:ea typeface="PingFang SC"/>
              </a:rPr>
              <a:t>早起赶景、午后慢行、晚间沉浸——节奏紧凑却不慌张，刚好留给初见京都最心动的48小时。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27A5E"/>
          </a:solidFill>
          <a:ln>
            <a:solidFill>
              <a:srgbClr val="C27A5E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C27A5E"/>
                </a:solidFill>
                <a:ea typeface="PingFang SC"/>
              </a:rPr>
              <a:t>你的周末京都，就在下一站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FA98A"/>
                </a:solidFill>
                <a:ea typeface="PingFang SC"/>
              </a:rPr>
              <a:t>从新干线窗景到千本鸟居，只差一次说走就走的决定。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打开地图，把本行程的点位一键收藏，出发前随时调阅。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用我们的预算模板，确认人均3000元能否轻松覆盖你的两日。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截屏保存巴士一日券与先斗町地图，离线也能跟着走。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A4036"/>
                </a:solidFill>
                <a:ea typeface="PingFang SC"/>
              </a:rPr>
              <a:t>关注我们，解锁更多小众寺社与汤豆腐名店的地图攻略。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FA98A"/>
          </a:solidFill>
          <a:ln>
            <a:solidFill>
              <a:srgbClr val="BFA98A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27A5E"/>
          </a:solidFill>
          <a:ln>
            <a:solidFill>
              <a:srgbClr val="C27A5E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